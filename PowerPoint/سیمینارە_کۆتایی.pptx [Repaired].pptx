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5" r:id="rId1"/>
    <p:sldMasterId id="2147483706" r:id="rId2"/>
  </p:sldMasterIdLst>
  <p:notesMasterIdLst>
    <p:notesMasterId r:id="rId19"/>
  </p:notesMasterIdLst>
  <p:sldIdLst>
    <p:sldId id="339" r:id="rId3"/>
    <p:sldId id="340" r:id="rId4"/>
    <p:sldId id="341" r:id="rId5"/>
    <p:sldId id="342" r:id="rId6"/>
    <p:sldId id="343" r:id="rId7"/>
    <p:sldId id="344" r:id="rId8"/>
    <p:sldId id="345" r:id="rId9"/>
    <p:sldId id="346" r:id="rId10"/>
    <p:sldId id="347" r:id="rId11"/>
    <p:sldId id="348" r:id="rId12"/>
    <p:sldId id="349" r:id="rId13"/>
    <p:sldId id="350" r:id="rId14"/>
    <p:sldId id="351" r:id="rId15"/>
    <p:sldId id="352" r:id="rId16"/>
    <p:sldId id="353" r:id="rId17"/>
    <p:sldId id="354" r:id="rId18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IBM Plex Sans" panose="020B0604020202020204" charset="0"/>
      <p:regular r:id="rId24"/>
      <p:bold r:id="rId25"/>
      <p:italic r:id="rId26"/>
      <p:boldItalic r:id="rId27"/>
    </p:embeddedFont>
    <p:embeddedFont>
      <p:font typeface="IBM Plex Sans Medium" panose="020B0604020202020204" charset="0"/>
      <p:regular r:id="rId28"/>
      <p:bold r:id="rId29"/>
      <p:italic r:id="rId30"/>
      <p:boldItalic r:id="rId31"/>
    </p:embeddedFont>
    <p:embeddedFont>
      <p:font typeface="Proxima Nova" panose="020B060402020202020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4CE97A8-B724-494C-96FB-3ADA71619987}">
  <a:tblStyle styleId="{A4CE97A8-B724-494C-96FB-3ADA7161998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4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7.fntdata"/><Relationship Id="rId39" Type="http://schemas.openxmlformats.org/officeDocument/2006/relationships/tableStyles" Target="tableStyles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99f2f57a71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99f2f57a71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1" name="Google Shape;3851;g1173cd25692_0_9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2" name="Google Shape;3852;g1173cd25692_0_9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6" name="Google Shape;3636;g1173cd25692_0_6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7" name="Google Shape;3637;g1173cd25692_0_6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7" name="Google Shape;3697;g138212783df_0_19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8" name="Google Shape;3698;g138212783df_0_19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3" name="Google Shape;3863;g1173cd25692_0_9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4" name="Google Shape;3864;g1173cd25692_0_9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954800" y="1094250"/>
            <a:ext cx="3090300" cy="227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954800" y="3372150"/>
            <a:ext cx="30903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 rot="10800000" flipH="1">
            <a:off x="-406075" y="-598225"/>
            <a:ext cx="2711400" cy="27114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3"/>
          <p:cNvSpPr/>
          <p:nvPr/>
        </p:nvSpPr>
        <p:spPr>
          <a:xfrm>
            <a:off x="849300" y="515400"/>
            <a:ext cx="7445400" cy="41127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297400" y="1352425"/>
            <a:ext cx="4319100" cy="17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1527500" y="2146350"/>
            <a:ext cx="1639500" cy="841800"/>
          </a:xfrm>
          <a:prstGeom prst="rect">
            <a:avLst/>
          </a:prstGeom>
          <a:effectLst>
            <a:outerShdw blurRad="142875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3297400" y="3015800"/>
            <a:ext cx="30687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328350" y="3015800"/>
            <a:ext cx="4685100" cy="46851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" name="Google Shape;18;p3"/>
          <p:cNvGrpSpPr/>
          <p:nvPr/>
        </p:nvGrpSpPr>
        <p:grpSpPr>
          <a:xfrm>
            <a:off x="1765267" y="783850"/>
            <a:ext cx="1160092" cy="63948"/>
            <a:chOff x="3779200" y="1371600"/>
            <a:chExt cx="1992600" cy="109500"/>
          </a:xfrm>
        </p:grpSpPr>
        <p:sp>
          <p:nvSpPr>
            <p:cNvPr id="19" name="Google Shape;19;p3"/>
            <p:cNvSpPr/>
            <p:nvPr/>
          </p:nvSpPr>
          <p:spPr>
            <a:xfrm>
              <a:off x="37792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415582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453244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490906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528568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56623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" name="Google Shape;25;p3"/>
          <p:cNvGrpSpPr/>
          <p:nvPr/>
        </p:nvGrpSpPr>
        <p:grpSpPr>
          <a:xfrm>
            <a:off x="4819925" y="4070513"/>
            <a:ext cx="4324075" cy="899525"/>
            <a:chOff x="-55375" y="2531100"/>
            <a:chExt cx="4324075" cy="899525"/>
          </a:xfrm>
        </p:grpSpPr>
        <p:sp>
          <p:nvSpPr>
            <p:cNvPr id="26" name="Google Shape;26;p3"/>
            <p:cNvSpPr/>
            <p:nvPr/>
          </p:nvSpPr>
          <p:spPr>
            <a:xfrm>
              <a:off x="88975" y="2531100"/>
              <a:ext cx="4179725" cy="723025"/>
            </a:xfrm>
            <a:custGeom>
              <a:avLst/>
              <a:gdLst/>
              <a:ahLst/>
              <a:cxnLst/>
              <a:rect l="l" t="t" r="r" b="b"/>
              <a:pathLst>
                <a:path w="167189" h="28921" fill="none" extrusionOk="0">
                  <a:moveTo>
                    <a:pt x="1" y="28921"/>
                  </a:moveTo>
                  <a:lnTo>
                    <a:pt x="23813" y="5120"/>
                  </a:lnTo>
                  <a:lnTo>
                    <a:pt x="85476" y="5120"/>
                  </a:lnTo>
                  <a:lnTo>
                    <a:pt x="90572" y="0"/>
                  </a:lnTo>
                  <a:lnTo>
                    <a:pt x="167189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-55375" y="3245775"/>
              <a:ext cx="184575" cy="184850"/>
            </a:xfrm>
            <a:custGeom>
              <a:avLst/>
              <a:gdLst/>
              <a:ahLst/>
              <a:cxnLst/>
              <a:rect l="l" t="t" r="r" b="b"/>
              <a:pathLst>
                <a:path w="7383" h="7394" fill="none" extrusionOk="0">
                  <a:moveTo>
                    <a:pt x="0" y="3691"/>
                  </a:moveTo>
                  <a:cubicBezTo>
                    <a:pt x="0" y="1655"/>
                    <a:pt x="1644" y="0"/>
                    <a:pt x="3691" y="0"/>
                  </a:cubicBezTo>
                  <a:cubicBezTo>
                    <a:pt x="5727" y="0"/>
                    <a:pt x="7382" y="1655"/>
                    <a:pt x="7382" y="3691"/>
                  </a:cubicBezTo>
                  <a:cubicBezTo>
                    <a:pt x="7382" y="5727"/>
                    <a:pt x="5727" y="7382"/>
                    <a:pt x="3691" y="7382"/>
                  </a:cubicBezTo>
                  <a:cubicBezTo>
                    <a:pt x="1644" y="7394"/>
                    <a:pt x="0" y="5751"/>
                    <a:pt x="0" y="36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28;p3"/>
          <p:cNvGrpSpPr/>
          <p:nvPr/>
        </p:nvGrpSpPr>
        <p:grpSpPr>
          <a:xfrm flipH="1">
            <a:off x="60" y="250384"/>
            <a:ext cx="4954238" cy="886972"/>
            <a:chOff x="1358103" y="3291921"/>
            <a:chExt cx="3368397" cy="603054"/>
          </a:xfrm>
        </p:grpSpPr>
        <p:sp>
          <p:nvSpPr>
            <p:cNvPr id="29" name="Google Shape;29;p3"/>
            <p:cNvSpPr/>
            <p:nvPr/>
          </p:nvSpPr>
          <p:spPr>
            <a:xfrm>
              <a:off x="1483200" y="3347875"/>
              <a:ext cx="3243300" cy="547100"/>
            </a:xfrm>
            <a:custGeom>
              <a:avLst/>
              <a:gdLst/>
              <a:ahLst/>
              <a:cxnLst/>
              <a:rect l="l" t="t" r="r" b="b"/>
              <a:pathLst>
                <a:path w="129732" h="21884" fill="none" extrusionOk="0">
                  <a:moveTo>
                    <a:pt x="129731" y="11311"/>
                  </a:moveTo>
                  <a:lnTo>
                    <a:pt x="100335" y="11311"/>
                  </a:lnTo>
                  <a:lnTo>
                    <a:pt x="89738" y="21884"/>
                  </a:lnTo>
                  <a:lnTo>
                    <a:pt x="34529" y="21884"/>
                  </a:lnTo>
                  <a:lnTo>
                    <a:pt x="12633" y="0"/>
                  </a:ln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1358103" y="3291921"/>
              <a:ext cx="125123" cy="125328"/>
            </a:xfrm>
            <a:custGeom>
              <a:avLst/>
              <a:gdLst/>
              <a:ahLst/>
              <a:cxnLst/>
              <a:rect l="l" t="t" r="r" b="b"/>
              <a:pathLst>
                <a:path w="7383" h="7394" fill="none" extrusionOk="0">
                  <a:moveTo>
                    <a:pt x="1" y="3691"/>
                  </a:moveTo>
                  <a:cubicBezTo>
                    <a:pt x="1" y="1643"/>
                    <a:pt x="1644" y="0"/>
                    <a:pt x="3692" y="0"/>
                  </a:cubicBezTo>
                  <a:cubicBezTo>
                    <a:pt x="5728" y="0"/>
                    <a:pt x="7383" y="1643"/>
                    <a:pt x="7383" y="3691"/>
                  </a:cubicBezTo>
                  <a:cubicBezTo>
                    <a:pt x="7383" y="5727"/>
                    <a:pt x="5728" y="7382"/>
                    <a:pt x="3692" y="7382"/>
                  </a:cubicBezTo>
                  <a:cubicBezTo>
                    <a:pt x="1644" y="7394"/>
                    <a:pt x="1" y="5727"/>
                    <a:pt x="1" y="36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" name="Google Shape;31;p3"/>
          <p:cNvGrpSpPr/>
          <p:nvPr/>
        </p:nvGrpSpPr>
        <p:grpSpPr>
          <a:xfrm>
            <a:off x="8339918" y="228501"/>
            <a:ext cx="534767" cy="286894"/>
            <a:chOff x="773350" y="518000"/>
            <a:chExt cx="2757950" cy="1479600"/>
          </a:xfrm>
        </p:grpSpPr>
        <p:sp>
          <p:nvSpPr>
            <p:cNvPr id="32" name="Google Shape;32;p3"/>
            <p:cNvSpPr/>
            <p:nvPr/>
          </p:nvSpPr>
          <p:spPr>
            <a:xfrm>
              <a:off x="2582700" y="518000"/>
              <a:ext cx="948600" cy="1479600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FFFFFF">
                    <a:alpha val="2980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1678025" y="518000"/>
              <a:ext cx="948600" cy="1479600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FFFFFF">
                    <a:alpha val="2980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773350" y="518000"/>
              <a:ext cx="948600" cy="1479600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FFFFFF">
                    <a:alpha val="2980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391500" y="313650"/>
            <a:ext cx="8361000" cy="4516200"/>
          </a:xfrm>
          <a:prstGeom prst="rect">
            <a:avLst/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  <a:defRPr sz="1100"/>
            </a:lvl1pPr>
            <a:lvl2pPr marL="914400" lvl="1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AutoNum type="alphaLcPeriod"/>
              <a:defRPr sz="1100"/>
            </a:lvl2pPr>
            <a:lvl3pPr marL="1371600" lvl="2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AutoNum type="romanLcPeriod"/>
              <a:defRPr sz="1100"/>
            </a:lvl3pPr>
            <a:lvl4pPr marL="1828800" lvl="3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AutoNum type="arabicPeriod"/>
              <a:defRPr sz="1100"/>
            </a:lvl4pPr>
            <a:lvl5pPr marL="2286000" lvl="4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AutoNum type="alphaLcPeriod"/>
              <a:defRPr sz="1100"/>
            </a:lvl5pPr>
            <a:lvl6pPr marL="2743200" lvl="5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AutoNum type="romanLcPeriod"/>
              <a:defRPr sz="1100"/>
            </a:lvl6pPr>
            <a:lvl7pPr marL="3200400" lvl="6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AutoNum type="arabicPeriod"/>
              <a:defRPr sz="1100"/>
            </a:lvl7pPr>
            <a:lvl8pPr marL="3657600" lvl="7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AutoNum type="alphaLcPeriod"/>
              <a:defRPr sz="1100"/>
            </a:lvl8pPr>
            <a:lvl9pPr marL="4114800" lvl="8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AutoNum type="romanLcPeriod"/>
              <a:defRPr sz="1100"/>
            </a:lvl9pPr>
          </a:lstStyle>
          <a:p>
            <a:endParaRPr/>
          </a:p>
        </p:txBody>
      </p:sp>
      <p:grpSp>
        <p:nvGrpSpPr>
          <p:cNvPr id="39" name="Google Shape;39;p4"/>
          <p:cNvGrpSpPr/>
          <p:nvPr/>
        </p:nvGrpSpPr>
        <p:grpSpPr>
          <a:xfrm>
            <a:off x="3" y="101070"/>
            <a:ext cx="2610703" cy="336022"/>
            <a:chOff x="198225" y="4390550"/>
            <a:chExt cx="3765075" cy="484600"/>
          </a:xfrm>
        </p:grpSpPr>
        <p:sp>
          <p:nvSpPr>
            <p:cNvPr id="40" name="Google Shape;40;p4"/>
            <p:cNvSpPr/>
            <p:nvPr/>
          </p:nvSpPr>
          <p:spPr>
            <a:xfrm>
              <a:off x="198225" y="4390550"/>
              <a:ext cx="3580525" cy="392325"/>
            </a:xfrm>
            <a:custGeom>
              <a:avLst/>
              <a:gdLst/>
              <a:ahLst/>
              <a:cxnLst/>
              <a:rect l="l" t="t" r="r" b="b"/>
              <a:pathLst>
                <a:path w="143221" h="15693" fill="none" extrusionOk="0">
                  <a:moveTo>
                    <a:pt x="1" y="7585"/>
                  </a:moveTo>
                  <a:lnTo>
                    <a:pt x="21063" y="7585"/>
                  </a:lnTo>
                  <a:lnTo>
                    <a:pt x="28659" y="1"/>
                  </a:lnTo>
                  <a:lnTo>
                    <a:pt x="118492" y="1"/>
                  </a:lnTo>
                  <a:lnTo>
                    <a:pt x="134172" y="15693"/>
                  </a:lnTo>
                  <a:lnTo>
                    <a:pt x="143221" y="1569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3778725" y="4690575"/>
              <a:ext cx="184575" cy="184575"/>
            </a:xfrm>
            <a:custGeom>
              <a:avLst/>
              <a:gdLst/>
              <a:ahLst/>
              <a:cxnLst/>
              <a:rect l="l" t="t" r="r" b="b"/>
              <a:pathLst>
                <a:path w="7383" h="7383" fill="none" extrusionOk="0">
                  <a:moveTo>
                    <a:pt x="1" y="3692"/>
                  </a:moveTo>
                  <a:cubicBezTo>
                    <a:pt x="1" y="1656"/>
                    <a:pt x="1656" y="1"/>
                    <a:pt x="3692" y="1"/>
                  </a:cubicBezTo>
                  <a:cubicBezTo>
                    <a:pt x="5728" y="1"/>
                    <a:pt x="7383" y="1656"/>
                    <a:pt x="7383" y="3692"/>
                  </a:cubicBezTo>
                  <a:cubicBezTo>
                    <a:pt x="7383" y="5728"/>
                    <a:pt x="5728" y="7383"/>
                    <a:pt x="3692" y="7383"/>
                  </a:cubicBezTo>
                  <a:cubicBezTo>
                    <a:pt x="1656" y="7383"/>
                    <a:pt x="1" y="5728"/>
                    <a:pt x="1" y="36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" name="Google Shape;42;p4"/>
          <p:cNvGrpSpPr/>
          <p:nvPr/>
        </p:nvGrpSpPr>
        <p:grpSpPr>
          <a:xfrm flipH="1">
            <a:off x="6533303" y="4719270"/>
            <a:ext cx="2610703" cy="336022"/>
            <a:chOff x="198225" y="4390550"/>
            <a:chExt cx="3765075" cy="484600"/>
          </a:xfrm>
        </p:grpSpPr>
        <p:sp>
          <p:nvSpPr>
            <p:cNvPr id="43" name="Google Shape;43;p4"/>
            <p:cNvSpPr/>
            <p:nvPr/>
          </p:nvSpPr>
          <p:spPr>
            <a:xfrm>
              <a:off x="198225" y="4390550"/>
              <a:ext cx="3580525" cy="392325"/>
            </a:xfrm>
            <a:custGeom>
              <a:avLst/>
              <a:gdLst/>
              <a:ahLst/>
              <a:cxnLst/>
              <a:rect l="l" t="t" r="r" b="b"/>
              <a:pathLst>
                <a:path w="143221" h="15693" fill="none" extrusionOk="0">
                  <a:moveTo>
                    <a:pt x="1" y="7585"/>
                  </a:moveTo>
                  <a:lnTo>
                    <a:pt x="21063" y="7585"/>
                  </a:lnTo>
                  <a:lnTo>
                    <a:pt x="28659" y="1"/>
                  </a:lnTo>
                  <a:lnTo>
                    <a:pt x="118492" y="1"/>
                  </a:lnTo>
                  <a:lnTo>
                    <a:pt x="134172" y="15693"/>
                  </a:lnTo>
                  <a:lnTo>
                    <a:pt x="143221" y="1569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3778725" y="4690575"/>
              <a:ext cx="184575" cy="184575"/>
            </a:xfrm>
            <a:custGeom>
              <a:avLst/>
              <a:gdLst/>
              <a:ahLst/>
              <a:cxnLst/>
              <a:rect l="l" t="t" r="r" b="b"/>
              <a:pathLst>
                <a:path w="7383" h="7383" fill="none" extrusionOk="0">
                  <a:moveTo>
                    <a:pt x="1" y="3692"/>
                  </a:moveTo>
                  <a:cubicBezTo>
                    <a:pt x="1" y="1656"/>
                    <a:pt x="1656" y="1"/>
                    <a:pt x="3692" y="1"/>
                  </a:cubicBezTo>
                  <a:cubicBezTo>
                    <a:pt x="5728" y="1"/>
                    <a:pt x="7383" y="1656"/>
                    <a:pt x="7383" y="3692"/>
                  </a:cubicBezTo>
                  <a:cubicBezTo>
                    <a:pt x="7383" y="5728"/>
                    <a:pt x="5728" y="7383"/>
                    <a:pt x="3692" y="7383"/>
                  </a:cubicBezTo>
                  <a:cubicBezTo>
                    <a:pt x="1656" y="7383"/>
                    <a:pt x="1" y="5728"/>
                    <a:pt x="1" y="36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 txBox="1">
            <a:spLocks noGrp="1"/>
          </p:cNvSpPr>
          <p:nvPr>
            <p:ph type="title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63" name="Google Shape;63;p6"/>
          <p:cNvGrpSpPr/>
          <p:nvPr/>
        </p:nvGrpSpPr>
        <p:grpSpPr>
          <a:xfrm>
            <a:off x="250792" y="240925"/>
            <a:ext cx="1160092" cy="63948"/>
            <a:chOff x="3779200" y="1371600"/>
            <a:chExt cx="1992600" cy="109500"/>
          </a:xfrm>
        </p:grpSpPr>
        <p:sp>
          <p:nvSpPr>
            <p:cNvPr id="64" name="Google Shape;64;p6"/>
            <p:cNvSpPr/>
            <p:nvPr/>
          </p:nvSpPr>
          <p:spPr>
            <a:xfrm>
              <a:off x="37792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6"/>
            <p:cNvSpPr/>
            <p:nvPr/>
          </p:nvSpPr>
          <p:spPr>
            <a:xfrm>
              <a:off x="415582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6"/>
            <p:cNvSpPr/>
            <p:nvPr/>
          </p:nvSpPr>
          <p:spPr>
            <a:xfrm>
              <a:off x="453244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6"/>
            <p:cNvSpPr/>
            <p:nvPr/>
          </p:nvSpPr>
          <p:spPr>
            <a:xfrm>
              <a:off x="490906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6"/>
            <p:cNvSpPr/>
            <p:nvPr/>
          </p:nvSpPr>
          <p:spPr>
            <a:xfrm>
              <a:off x="528568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6"/>
            <p:cNvSpPr/>
            <p:nvPr/>
          </p:nvSpPr>
          <p:spPr>
            <a:xfrm>
              <a:off x="56623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" name="Google Shape;70;p6"/>
          <p:cNvGrpSpPr/>
          <p:nvPr/>
        </p:nvGrpSpPr>
        <p:grpSpPr>
          <a:xfrm>
            <a:off x="6715155" y="4604094"/>
            <a:ext cx="2428951" cy="434862"/>
            <a:chOff x="1358103" y="3291921"/>
            <a:chExt cx="3368397" cy="603054"/>
          </a:xfrm>
        </p:grpSpPr>
        <p:sp>
          <p:nvSpPr>
            <p:cNvPr id="71" name="Google Shape;71;p6"/>
            <p:cNvSpPr/>
            <p:nvPr/>
          </p:nvSpPr>
          <p:spPr>
            <a:xfrm>
              <a:off x="1483200" y="3347875"/>
              <a:ext cx="3243300" cy="547100"/>
            </a:xfrm>
            <a:custGeom>
              <a:avLst/>
              <a:gdLst/>
              <a:ahLst/>
              <a:cxnLst/>
              <a:rect l="l" t="t" r="r" b="b"/>
              <a:pathLst>
                <a:path w="129732" h="21884" fill="none" extrusionOk="0">
                  <a:moveTo>
                    <a:pt x="129731" y="11311"/>
                  </a:moveTo>
                  <a:lnTo>
                    <a:pt x="100335" y="11311"/>
                  </a:lnTo>
                  <a:lnTo>
                    <a:pt x="89738" y="21884"/>
                  </a:lnTo>
                  <a:lnTo>
                    <a:pt x="34529" y="21884"/>
                  </a:lnTo>
                  <a:lnTo>
                    <a:pt x="12633" y="0"/>
                  </a:ln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6"/>
            <p:cNvSpPr/>
            <p:nvPr/>
          </p:nvSpPr>
          <p:spPr>
            <a:xfrm>
              <a:off x="1358103" y="3291921"/>
              <a:ext cx="125123" cy="125328"/>
            </a:xfrm>
            <a:custGeom>
              <a:avLst/>
              <a:gdLst/>
              <a:ahLst/>
              <a:cxnLst/>
              <a:rect l="l" t="t" r="r" b="b"/>
              <a:pathLst>
                <a:path w="7383" h="7394" fill="none" extrusionOk="0">
                  <a:moveTo>
                    <a:pt x="1" y="3691"/>
                  </a:moveTo>
                  <a:cubicBezTo>
                    <a:pt x="1" y="1643"/>
                    <a:pt x="1644" y="0"/>
                    <a:pt x="3692" y="0"/>
                  </a:cubicBezTo>
                  <a:cubicBezTo>
                    <a:pt x="5728" y="0"/>
                    <a:pt x="7383" y="1643"/>
                    <a:pt x="7383" y="3691"/>
                  </a:cubicBezTo>
                  <a:cubicBezTo>
                    <a:pt x="7383" y="5727"/>
                    <a:pt x="5728" y="7382"/>
                    <a:pt x="3692" y="7382"/>
                  </a:cubicBezTo>
                  <a:cubicBezTo>
                    <a:pt x="1644" y="7394"/>
                    <a:pt x="1" y="5727"/>
                    <a:pt x="1" y="36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"/>
          <p:cNvSpPr txBox="1">
            <a:spLocks noGrp="1"/>
          </p:cNvSpPr>
          <p:nvPr>
            <p:ph type="body" idx="1"/>
          </p:nvPr>
        </p:nvSpPr>
        <p:spPr>
          <a:xfrm>
            <a:off x="1671300" y="1882538"/>
            <a:ext cx="58014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title"/>
          </p:nvPr>
        </p:nvSpPr>
        <p:spPr>
          <a:xfrm>
            <a:off x="1671300" y="1157363"/>
            <a:ext cx="5801400" cy="7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/>
          <p:nvPr/>
        </p:nvSpPr>
        <p:spPr>
          <a:xfrm>
            <a:off x="-727100" y="-456925"/>
            <a:ext cx="3636300" cy="36363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" name="Google Shape;77;p7"/>
          <p:cNvGrpSpPr/>
          <p:nvPr/>
        </p:nvGrpSpPr>
        <p:grpSpPr>
          <a:xfrm>
            <a:off x="5716150" y="157656"/>
            <a:ext cx="3427850" cy="639375"/>
            <a:chOff x="1298650" y="3255600"/>
            <a:chExt cx="3427850" cy="639375"/>
          </a:xfrm>
        </p:grpSpPr>
        <p:sp>
          <p:nvSpPr>
            <p:cNvPr id="78" name="Google Shape;78;p7"/>
            <p:cNvSpPr/>
            <p:nvPr/>
          </p:nvSpPr>
          <p:spPr>
            <a:xfrm>
              <a:off x="1483200" y="3347875"/>
              <a:ext cx="3243300" cy="547100"/>
            </a:xfrm>
            <a:custGeom>
              <a:avLst/>
              <a:gdLst/>
              <a:ahLst/>
              <a:cxnLst/>
              <a:rect l="l" t="t" r="r" b="b"/>
              <a:pathLst>
                <a:path w="129732" h="21884" fill="none" extrusionOk="0">
                  <a:moveTo>
                    <a:pt x="129731" y="11311"/>
                  </a:moveTo>
                  <a:lnTo>
                    <a:pt x="100335" y="11311"/>
                  </a:lnTo>
                  <a:lnTo>
                    <a:pt x="89738" y="21884"/>
                  </a:lnTo>
                  <a:lnTo>
                    <a:pt x="34529" y="21884"/>
                  </a:lnTo>
                  <a:lnTo>
                    <a:pt x="12633" y="0"/>
                  </a:ln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7"/>
            <p:cNvSpPr/>
            <p:nvPr/>
          </p:nvSpPr>
          <p:spPr>
            <a:xfrm>
              <a:off x="1298650" y="3255600"/>
              <a:ext cx="184575" cy="184850"/>
            </a:xfrm>
            <a:custGeom>
              <a:avLst/>
              <a:gdLst/>
              <a:ahLst/>
              <a:cxnLst/>
              <a:rect l="l" t="t" r="r" b="b"/>
              <a:pathLst>
                <a:path w="7383" h="7394" fill="none" extrusionOk="0">
                  <a:moveTo>
                    <a:pt x="1" y="3691"/>
                  </a:moveTo>
                  <a:cubicBezTo>
                    <a:pt x="1" y="1643"/>
                    <a:pt x="1644" y="0"/>
                    <a:pt x="3692" y="0"/>
                  </a:cubicBezTo>
                  <a:cubicBezTo>
                    <a:pt x="5728" y="0"/>
                    <a:pt x="7383" y="1643"/>
                    <a:pt x="7383" y="3691"/>
                  </a:cubicBezTo>
                  <a:cubicBezTo>
                    <a:pt x="7383" y="5727"/>
                    <a:pt x="5728" y="7382"/>
                    <a:pt x="3692" y="7382"/>
                  </a:cubicBezTo>
                  <a:cubicBezTo>
                    <a:pt x="1644" y="7394"/>
                    <a:pt x="1" y="5727"/>
                    <a:pt x="1" y="36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" name="Google Shape;80;p7"/>
          <p:cNvGrpSpPr/>
          <p:nvPr/>
        </p:nvGrpSpPr>
        <p:grpSpPr>
          <a:xfrm rot="10800000">
            <a:off x="0" y="4346469"/>
            <a:ext cx="3427850" cy="639375"/>
            <a:chOff x="1298650" y="3255600"/>
            <a:chExt cx="3427850" cy="639375"/>
          </a:xfrm>
        </p:grpSpPr>
        <p:sp>
          <p:nvSpPr>
            <p:cNvPr id="81" name="Google Shape;81;p7"/>
            <p:cNvSpPr/>
            <p:nvPr/>
          </p:nvSpPr>
          <p:spPr>
            <a:xfrm>
              <a:off x="1483200" y="3347875"/>
              <a:ext cx="3243300" cy="547100"/>
            </a:xfrm>
            <a:custGeom>
              <a:avLst/>
              <a:gdLst/>
              <a:ahLst/>
              <a:cxnLst/>
              <a:rect l="l" t="t" r="r" b="b"/>
              <a:pathLst>
                <a:path w="129732" h="21884" fill="none" extrusionOk="0">
                  <a:moveTo>
                    <a:pt x="129731" y="11311"/>
                  </a:moveTo>
                  <a:lnTo>
                    <a:pt x="100335" y="11311"/>
                  </a:lnTo>
                  <a:lnTo>
                    <a:pt x="89738" y="21884"/>
                  </a:lnTo>
                  <a:lnTo>
                    <a:pt x="34529" y="21884"/>
                  </a:lnTo>
                  <a:lnTo>
                    <a:pt x="12633" y="0"/>
                  </a:ln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7"/>
            <p:cNvSpPr/>
            <p:nvPr/>
          </p:nvSpPr>
          <p:spPr>
            <a:xfrm>
              <a:off x="1298650" y="3255600"/>
              <a:ext cx="184575" cy="184850"/>
            </a:xfrm>
            <a:custGeom>
              <a:avLst/>
              <a:gdLst/>
              <a:ahLst/>
              <a:cxnLst/>
              <a:rect l="l" t="t" r="r" b="b"/>
              <a:pathLst>
                <a:path w="7383" h="7394" fill="none" extrusionOk="0">
                  <a:moveTo>
                    <a:pt x="1" y="3691"/>
                  </a:moveTo>
                  <a:cubicBezTo>
                    <a:pt x="1" y="1643"/>
                    <a:pt x="1644" y="0"/>
                    <a:pt x="3692" y="0"/>
                  </a:cubicBezTo>
                  <a:cubicBezTo>
                    <a:pt x="5728" y="0"/>
                    <a:pt x="7383" y="1643"/>
                    <a:pt x="7383" y="3691"/>
                  </a:cubicBezTo>
                  <a:cubicBezTo>
                    <a:pt x="7383" y="5727"/>
                    <a:pt x="5728" y="7382"/>
                    <a:pt x="3692" y="7382"/>
                  </a:cubicBezTo>
                  <a:cubicBezTo>
                    <a:pt x="1644" y="7394"/>
                    <a:pt x="1" y="5727"/>
                    <a:pt x="1" y="36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" name="Google Shape;83;p7"/>
          <p:cNvSpPr/>
          <p:nvPr/>
        </p:nvSpPr>
        <p:spPr>
          <a:xfrm>
            <a:off x="5383375" y="1441400"/>
            <a:ext cx="4976400" cy="49764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"/>
          <p:cNvSpPr txBox="1">
            <a:spLocks noGrp="1"/>
          </p:cNvSpPr>
          <p:nvPr>
            <p:ph type="title"/>
          </p:nvPr>
        </p:nvSpPr>
        <p:spPr>
          <a:xfrm>
            <a:off x="2115300" y="1852463"/>
            <a:ext cx="21792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1"/>
          </p:nvPr>
        </p:nvSpPr>
        <p:spPr>
          <a:xfrm>
            <a:off x="2115300" y="2340710"/>
            <a:ext cx="2179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title" idx="2"/>
          </p:nvPr>
        </p:nvSpPr>
        <p:spPr>
          <a:xfrm>
            <a:off x="2115300" y="3155643"/>
            <a:ext cx="21792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18" name="Google Shape;118;p13"/>
          <p:cNvSpPr txBox="1">
            <a:spLocks noGrp="1"/>
          </p:cNvSpPr>
          <p:nvPr>
            <p:ph type="subTitle" idx="3"/>
          </p:nvPr>
        </p:nvSpPr>
        <p:spPr>
          <a:xfrm>
            <a:off x="2115300" y="3643890"/>
            <a:ext cx="2179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3"/>
          <p:cNvSpPr txBox="1">
            <a:spLocks noGrp="1"/>
          </p:cNvSpPr>
          <p:nvPr>
            <p:ph type="title" idx="4"/>
          </p:nvPr>
        </p:nvSpPr>
        <p:spPr>
          <a:xfrm>
            <a:off x="5752775" y="1852463"/>
            <a:ext cx="21792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0" name="Google Shape;120;p13"/>
          <p:cNvSpPr txBox="1">
            <a:spLocks noGrp="1"/>
          </p:cNvSpPr>
          <p:nvPr>
            <p:ph type="subTitle" idx="5"/>
          </p:nvPr>
        </p:nvSpPr>
        <p:spPr>
          <a:xfrm>
            <a:off x="5752775" y="2340710"/>
            <a:ext cx="2179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3"/>
          <p:cNvSpPr txBox="1">
            <a:spLocks noGrp="1"/>
          </p:cNvSpPr>
          <p:nvPr>
            <p:ph type="title" idx="6"/>
          </p:nvPr>
        </p:nvSpPr>
        <p:spPr>
          <a:xfrm>
            <a:off x="5752779" y="3155643"/>
            <a:ext cx="21792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subTitle" idx="7"/>
          </p:nvPr>
        </p:nvSpPr>
        <p:spPr>
          <a:xfrm>
            <a:off x="5752775" y="3643890"/>
            <a:ext cx="2179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title" idx="8" hasCustomPrompt="1"/>
          </p:nvPr>
        </p:nvSpPr>
        <p:spPr>
          <a:xfrm>
            <a:off x="1212025" y="2135238"/>
            <a:ext cx="818100" cy="484800"/>
          </a:xfrm>
          <a:prstGeom prst="rect">
            <a:avLst/>
          </a:prstGeom>
          <a:effectLst>
            <a:outerShdw blurRad="114300" dist="19050" dir="276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4" name="Google Shape;124;p13"/>
          <p:cNvSpPr txBox="1">
            <a:spLocks noGrp="1"/>
          </p:cNvSpPr>
          <p:nvPr>
            <p:ph type="title" idx="9" hasCustomPrompt="1"/>
          </p:nvPr>
        </p:nvSpPr>
        <p:spPr>
          <a:xfrm>
            <a:off x="1212025" y="3456313"/>
            <a:ext cx="818100" cy="484800"/>
          </a:xfrm>
          <a:prstGeom prst="rect">
            <a:avLst/>
          </a:prstGeom>
          <a:effectLst>
            <a:outerShdw blurRad="114300" dist="19050" dir="276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5" name="Google Shape;125;p13"/>
          <p:cNvSpPr txBox="1">
            <a:spLocks noGrp="1"/>
          </p:cNvSpPr>
          <p:nvPr>
            <p:ph type="title" idx="13" hasCustomPrompt="1"/>
          </p:nvPr>
        </p:nvSpPr>
        <p:spPr>
          <a:xfrm>
            <a:off x="4849500" y="2135238"/>
            <a:ext cx="818100" cy="484800"/>
          </a:xfrm>
          <a:prstGeom prst="rect">
            <a:avLst/>
          </a:prstGeom>
          <a:effectLst>
            <a:outerShdw blurRad="114300" dist="19050" dir="276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" name="Google Shape;126;p13"/>
          <p:cNvSpPr txBox="1">
            <a:spLocks noGrp="1"/>
          </p:cNvSpPr>
          <p:nvPr>
            <p:ph type="title" idx="14" hasCustomPrompt="1"/>
          </p:nvPr>
        </p:nvSpPr>
        <p:spPr>
          <a:xfrm>
            <a:off x="4849500" y="3456313"/>
            <a:ext cx="818100" cy="484800"/>
          </a:xfrm>
          <a:prstGeom prst="rect">
            <a:avLst/>
          </a:prstGeom>
          <a:effectLst>
            <a:outerShdw blurRad="114300" dist="19050" dir="276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 idx="15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>
            <a:spLocks noGrp="1"/>
          </p:cNvSpPr>
          <p:nvPr>
            <p:ph type="title"/>
          </p:nvPr>
        </p:nvSpPr>
        <p:spPr>
          <a:xfrm>
            <a:off x="4360800" y="1227300"/>
            <a:ext cx="4070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1" name="Google Shape;151;p15"/>
          <p:cNvSpPr txBox="1">
            <a:spLocks noGrp="1"/>
          </p:cNvSpPr>
          <p:nvPr>
            <p:ph type="subTitle" idx="1"/>
          </p:nvPr>
        </p:nvSpPr>
        <p:spPr>
          <a:xfrm>
            <a:off x="4360800" y="2069100"/>
            <a:ext cx="4070100" cy="18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52" name="Google Shape;152;p15"/>
          <p:cNvPicPr preferRelativeResize="0"/>
          <p:nvPr/>
        </p:nvPicPr>
        <p:blipFill rotWithShape="1">
          <a:blip r:embed="rId3">
            <a:alphaModFix/>
          </a:blip>
          <a:srcRect b="47712"/>
          <a:stretch/>
        </p:blipFill>
        <p:spPr>
          <a:xfrm>
            <a:off x="3489225" y="4122300"/>
            <a:ext cx="3222850" cy="102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5"/>
          <p:cNvPicPr preferRelativeResize="0"/>
          <p:nvPr/>
        </p:nvPicPr>
        <p:blipFill rotWithShape="1">
          <a:blip r:embed="rId3">
            <a:alphaModFix/>
          </a:blip>
          <a:srcRect t="47712"/>
          <a:stretch/>
        </p:blipFill>
        <p:spPr>
          <a:xfrm>
            <a:off x="5977075" y="0"/>
            <a:ext cx="3222850" cy="102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 txBox="1">
            <a:spLocks noGrp="1"/>
          </p:cNvSpPr>
          <p:nvPr>
            <p:ph type="title"/>
          </p:nvPr>
        </p:nvSpPr>
        <p:spPr>
          <a:xfrm>
            <a:off x="1039188" y="2248863"/>
            <a:ext cx="2939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21"/>
          <p:cNvSpPr txBox="1">
            <a:spLocks noGrp="1"/>
          </p:cNvSpPr>
          <p:nvPr>
            <p:ph type="subTitle" idx="1"/>
          </p:nvPr>
        </p:nvSpPr>
        <p:spPr>
          <a:xfrm>
            <a:off x="1039188" y="2902163"/>
            <a:ext cx="2939400" cy="12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4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"/>
          <p:cNvSpPr/>
          <p:nvPr/>
        </p:nvSpPr>
        <p:spPr>
          <a:xfrm rot="10800000" flipH="1">
            <a:off x="-812075" y="-728325"/>
            <a:ext cx="3450900" cy="34509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3"/>
          <p:cNvSpPr txBox="1">
            <a:spLocks noGrp="1"/>
          </p:cNvSpPr>
          <p:nvPr>
            <p:ph type="title"/>
          </p:nvPr>
        </p:nvSpPr>
        <p:spPr>
          <a:xfrm>
            <a:off x="2281800" y="1417225"/>
            <a:ext cx="4580400" cy="73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23"/>
          <p:cNvSpPr txBox="1">
            <a:spLocks noGrp="1"/>
          </p:cNvSpPr>
          <p:nvPr>
            <p:ph type="subTitle" idx="1"/>
          </p:nvPr>
        </p:nvSpPr>
        <p:spPr>
          <a:xfrm>
            <a:off x="2281800" y="2174075"/>
            <a:ext cx="4580400" cy="16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CUSTOM_4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4"/>
          <p:cNvSpPr/>
          <p:nvPr/>
        </p:nvSpPr>
        <p:spPr>
          <a:xfrm rot="10800000" flipH="1">
            <a:off x="6938500" y="-878200"/>
            <a:ext cx="3450900" cy="34509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4"/>
          <p:cNvSpPr txBox="1">
            <a:spLocks noGrp="1"/>
          </p:cNvSpPr>
          <p:nvPr>
            <p:ph type="title"/>
          </p:nvPr>
        </p:nvSpPr>
        <p:spPr>
          <a:xfrm>
            <a:off x="1372200" y="2465025"/>
            <a:ext cx="6399600" cy="73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1"/>
          </p:nvPr>
        </p:nvSpPr>
        <p:spPr>
          <a:xfrm>
            <a:off x="1372200" y="3221875"/>
            <a:ext cx="6399600" cy="13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4"/>
          <p:cNvSpPr/>
          <p:nvPr/>
        </p:nvSpPr>
        <p:spPr>
          <a:xfrm rot="10800000" flipH="1">
            <a:off x="-1273325" y="-878200"/>
            <a:ext cx="3450900" cy="34509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">
  <p:cSld name="CUSTOM_4_1_1_2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 rot="10800000" flipH="1">
            <a:off x="6430825" y="2057400"/>
            <a:ext cx="3450900" cy="34509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7"/>
          <p:cNvSpPr txBox="1">
            <a:spLocks noGrp="1"/>
          </p:cNvSpPr>
          <p:nvPr>
            <p:ph type="subTitle" idx="1"/>
          </p:nvPr>
        </p:nvSpPr>
        <p:spPr>
          <a:xfrm>
            <a:off x="720000" y="1167925"/>
            <a:ext cx="7704000" cy="34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5" name="Google Shape;225;p27"/>
          <p:cNvSpPr txBox="1">
            <a:spLocks noGrp="1"/>
          </p:cNvSpPr>
          <p:nvPr>
            <p:ph type="title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0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1"/>
          <p:cNvSpPr/>
          <p:nvPr/>
        </p:nvSpPr>
        <p:spPr>
          <a:xfrm>
            <a:off x="-643025" y="1873500"/>
            <a:ext cx="4289400" cy="42894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31"/>
          <p:cNvSpPr/>
          <p:nvPr/>
        </p:nvSpPr>
        <p:spPr>
          <a:xfrm>
            <a:off x="6649225" y="-546862"/>
            <a:ext cx="3093600" cy="30936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31"/>
          <p:cNvSpPr txBox="1">
            <a:spLocks noGrp="1"/>
          </p:cNvSpPr>
          <p:nvPr>
            <p:ph type="title"/>
          </p:nvPr>
        </p:nvSpPr>
        <p:spPr>
          <a:xfrm>
            <a:off x="720000" y="2833207"/>
            <a:ext cx="22503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31"/>
          <p:cNvSpPr txBox="1">
            <a:spLocks noGrp="1"/>
          </p:cNvSpPr>
          <p:nvPr>
            <p:ph type="title" idx="2"/>
          </p:nvPr>
        </p:nvSpPr>
        <p:spPr>
          <a:xfrm>
            <a:off x="6174603" y="2833224"/>
            <a:ext cx="22494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31"/>
          <p:cNvSpPr txBox="1">
            <a:spLocks noGrp="1"/>
          </p:cNvSpPr>
          <p:nvPr>
            <p:ph type="subTitle" idx="1"/>
          </p:nvPr>
        </p:nvSpPr>
        <p:spPr>
          <a:xfrm>
            <a:off x="6174600" y="3341997"/>
            <a:ext cx="2249400" cy="12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0" name="Google Shape;260;p31"/>
          <p:cNvSpPr txBox="1">
            <a:spLocks noGrp="1"/>
          </p:cNvSpPr>
          <p:nvPr>
            <p:ph type="subTitle" idx="3"/>
          </p:nvPr>
        </p:nvSpPr>
        <p:spPr>
          <a:xfrm>
            <a:off x="720157" y="3341981"/>
            <a:ext cx="2250300" cy="12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1" name="Google Shape;261;p31"/>
          <p:cNvSpPr txBox="1">
            <a:spLocks noGrp="1"/>
          </p:cNvSpPr>
          <p:nvPr>
            <p:ph type="title" idx="4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262" name="Google Shape;262;p31"/>
          <p:cNvPicPr preferRelativeResize="0"/>
          <p:nvPr/>
        </p:nvPicPr>
        <p:blipFill rotWithShape="1">
          <a:blip r:embed="rId3">
            <a:alphaModFix/>
          </a:blip>
          <a:srcRect r="28886" b="34314"/>
          <a:stretch/>
        </p:blipFill>
        <p:spPr>
          <a:xfrm>
            <a:off x="6764225" y="951000"/>
            <a:ext cx="2380825" cy="1332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1"/>
          <p:cNvPicPr preferRelativeResize="0"/>
          <p:nvPr/>
        </p:nvPicPr>
        <p:blipFill rotWithShape="1">
          <a:blip r:embed="rId3">
            <a:alphaModFix/>
          </a:blip>
          <a:srcRect r="28886" b="34314"/>
          <a:stretch/>
        </p:blipFill>
        <p:spPr>
          <a:xfrm>
            <a:off x="0" y="0"/>
            <a:ext cx="2380825" cy="1332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3"/>
          <p:cNvSpPr txBox="1">
            <a:spLocks noGrp="1"/>
          </p:cNvSpPr>
          <p:nvPr>
            <p:ph type="title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43"/>
          <p:cNvSpPr txBox="1">
            <a:spLocks noGrp="1"/>
          </p:cNvSpPr>
          <p:nvPr>
            <p:ph type="title" idx="2"/>
          </p:nvPr>
        </p:nvSpPr>
        <p:spPr>
          <a:xfrm>
            <a:off x="1291813" y="1816713"/>
            <a:ext cx="1986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46" name="Google Shape;446;p43"/>
          <p:cNvSpPr txBox="1">
            <a:spLocks noGrp="1"/>
          </p:cNvSpPr>
          <p:nvPr>
            <p:ph type="subTitle" idx="1"/>
          </p:nvPr>
        </p:nvSpPr>
        <p:spPr>
          <a:xfrm>
            <a:off x="1291813" y="2327038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7" name="Google Shape;447;p43"/>
          <p:cNvSpPr txBox="1">
            <a:spLocks noGrp="1"/>
          </p:cNvSpPr>
          <p:nvPr>
            <p:ph type="title" idx="3"/>
          </p:nvPr>
        </p:nvSpPr>
        <p:spPr>
          <a:xfrm>
            <a:off x="3769585" y="1816713"/>
            <a:ext cx="1986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48" name="Google Shape;448;p43"/>
          <p:cNvSpPr txBox="1">
            <a:spLocks noGrp="1"/>
          </p:cNvSpPr>
          <p:nvPr>
            <p:ph type="subTitle" idx="4"/>
          </p:nvPr>
        </p:nvSpPr>
        <p:spPr>
          <a:xfrm>
            <a:off x="3769585" y="2327038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43"/>
          <p:cNvSpPr txBox="1">
            <a:spLocks noGrp="1"/>
          </p:cNvSpPr>
          <p:nvPr>
            <p:ph type="title" idx="5"/>
          </p:nvPr>
        </p:nvSpPr>
        <p:spPr>
          <a:xfrm>
            <a:off x="1291813" y="3618750"/>
            <a:ext cx="1986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50" name="Google Shape;450;p43"/>
          <p:cNvSpPr txBox="1">
            <a:spLocks noGrp="1"/>
          </p:cNvSpPr>
          <p:nvPr>
            <p:ph type="subTitle" idx="6"/>
          </p:nvPr>
        </p:nvSpPr>
        <p:spPr>
          <a:xfrm>
            <a:off x="1291813" y="41290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1" name="Google Shape;451;p43"/>
          <p:cNvSpPr txBox="1">
            <a:spLocks noGrp="1"/>
          </p:cNvSpPr>
          <p:nvPr>
            <p:ph type="title" idx="7"/>
          </p:nvPr>
        </p:nvSpPr>
        <p:spPr>
          <a:xfrm>
            <a:off x="3769585" y="3618750"/>
            <a:ext cx="1986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52" name="Google Shape;452;p43"/>
          <p:cNvSpPr txBox="1">
            <a:spLocks noGrp="1"/>
          </p:cNvSpPr>
          <p:nvPr>
            <p:ph type="subTitle" idx="8"/>
          </p:nvPr>
        </p:nvSpPr>
        <p:spPr>
          <a:xfrm>
            <a:off x="3769585" y="41290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3" name="Google Shape;453;p43"/>
          <p:cNvSpPr txBox="1">
            <a:spLocks noGrp="1"/>
          </p:cNvSpPr>
          <p:nvPr>
            <p:ph type="title" idx="9"/>
          </p:nvPr>
        </p:nvSpPr>
        <p:spPr>
          <a:xfrm>
            <a:off x="6247364" y="1816713"/>
            <a:ext cx="1986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54" name="Google Shape;454;p43"/>
          <p:cNvSpPr txBox="1">
            <a:spLocks noGrp="1"/>
          </p:cNvSpPr>
          <p:nvPr>
            <p:ph type="subTitle" idx="13"/>
          </p:nvPr>
        </p:nvSpPr>
        <p:spPr>
          <a:xfrm>
            <a:off x="6247364" y="2327038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p43"/>
          <p:cNvSpPr txBox="1">
            <a:spLocks noGrp="1"/>
          </p:cNvSpPr>
          <p:nvPr>
            <p:ph type="title" idx="14"/>
          </p:nvPr>
        </p:nvSpPr>
        <p:spPr>
          <a:xfrm>
            <a:off x="6247364" y="3618750"/>
            <a:ext cx="1986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56" name="Google Shape;456;p43"/>
          <p:cNvSpPr txBox="1">
            <a:spLocks noGrp="1"/>
          </p:cNvSpPr>
          <p:nvPr>
            <p:ph type="subTitle" idx="15"/>
          </p:nvPr>
        </p:nvSpPr>
        <p:spPr>
          <a:xfrm>
            <a:off x="6247364" y="41290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57" name="Google Shape;457;p43"/>
          <p:cNvPicPr preferRelativeResize="0"/>
          <p:nvPr/>
        </p:nvPicPr>
        <p:blipFill rotWithShape="1">
          <a:blip r:embed="rId3">
            <a:alphaModFix/>
          </a:blip>
          <a:srcRect r="19348"/>
          <a:stretch/>
        </p:blipFill>
        <p:spPr>
          <a:xfrm>
            <a:off x="80725" y="2974811"/>
            <a:ext cx="2771650" cy="208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43"/>
          <p:cNvPicPr preferRelativeResize="0"/>
          <p:nvPr/>
        </p:nvPicPr>
        <p:blipFill rotWithShape="1">
          <a:blip r:embed="rId3">
            <a:alphaModFix/>
          </a:blip>
          <a:srcRect r="19348"/>
          <a:stretch/>
        </p:blipFill>
        <p:spPr>
          <a:xfrm>
            <a:off x="6372350" y="77375"/>
            <a:ext cx="2771650" cy="2082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9" name="Google Shape;459;p43"/>
          <p:cNvGrpSpPr/>
          <p:nvPr/>
        </p:nvGrpSpPr>
        <p:grpSpPr>
          <a:xfrm>
            <a:off x="368731" y="360425"/>
            <a:ext cx="780400" cy="357900"/>
            <a:chOff x="4598506" y="471425"/>
            <a:chExt cx="780400" cy="357900"/>
          </a:xfrm>
        </p:grpSpPr>
        <p:sp>
          <p:nvSpPr>
            <p:cNvPr id="460" name="Google Shape;460;p43"/>
            <p:cNvSpPr/>
            <p:nvPr/>
          </p:nvSpPr>
          <p:spPr>
            <a:xfrm rot="5400000">
              <a:off x="50381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43"/>
            <p:cNvSpPr/>
            <p:nvPr/>
          </p:nvSpPr>
          <p:spPr>
            <a:xfrm rot="5400000">
              <a:off x="45814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2" name="Google Shape;462;p43"/>
          <p:cNvSpPr/>
          <p:nvPr/>
        </p:nvSpPr>
        <p:spPr>
          <a:xfrm rot="5400000">
            <a:off x="8437481" y="3720750"/>
            <a:ext cx="357900" cy="323700"/>
          </a:xfrm>
          <a:prstGeom prst="snip2DiagRect">
            <a:avLst>
              <a:gd name="adj1" fmla="val 0"/>
              <a:gd name="adj2" fmla="val 3223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8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9"/>
          <p:cNvSpPr txBox="1">
            <a:spLocks noGrp="1"/>
          </p:cNvSpPr>
          <p:nvPr>
            <p:ph type="title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3" name="Google Shape;523;p49"/>
          <p:cNvSpPr/>
          <p:nvPr/>
        </p:nvSpPr>
        <p:spPr>
          <a:xfrm>
            <a:off x="-793775" y="-800425"/>
            <a:ext cx="2679600" cy="26796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4" name="Google Shape;52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9850" y="104461"/>
            <a:ext cx="3347900" cy="20288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5" name="Google Shape;525;p49"/>
          <p:cNvGrpSpPr/>
          <p:nvPr/>
        </p:nvGrpSpPr>
        <p:grpSpPr>
          <a:xfrm flipH="1">
            <a:off x="256575" y="4506113"/>
            <a:ext cx="1154625" cy="430500"/>
            <a:chOff x="4042650" y="642025"/>
            <a:chExt cx="1154625" cy="430500"/>
          </a:xfrm>
        </p:grpSpPr>
        <p:sp>
          <p:nvSpPr>
            <p:cNvPr id="526" name="Google Shape;526;p49"/>
            <p:cNvSpPr/>
            <p:nvPr/>
          </p:nvSpPr>
          <p:spPr>
            <a:xfrm>
              <a:off x="4042650" y="642025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49"/>
            <p:cNvSpPr/>
            <p:nvPr/>
          </p:nvSpPr>
          <p:spPr>
            <a:xfrm>
              <a:off x="4699275" y="642025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8" name="Google Shape;528;p49"/>
          <p:cNvSpPr/>
          <p:nvPr/>
        </p:nvSpPr>
        <p:spPr>
          <a:xfrm>
            <a:off x="7091100" y="3009575"/>
            <a:ext cx="2679600" cy="26796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8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0"/>
          <p:cNvSpPr txBox="1">
            <a:spLocks noGrp="1"/>
          </p:cNvSpPr>
          <p:nvPr>
            <p:ph type="title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31" name="Google Shape;531;p50"/>
          <p:cNvSpPr/>
          <p:nvPr/>
        </p:nvSpPr>
        <p:spPr>
          <a:xfrm>
            <a:off x="-793775" y="-800425"/>
            <a:ext cx="2679600" cy="26796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2" name="Google Shape;532;p50"/>
          <p:cNvGrpSpPr/>
          <p:nvPr/>
        </p:nvGrpSpPr>
        <p:grpSpPr>
          <a:xfrm flipH="1">
            <a:off x="7942550" y="4531263"/>
            <a:ext cx="1154625" cy="430500"/>
            <a:chOff x="4042650" y="642025"/>
            <a:chExt cx="1154625" cy="430500"/>
          </a:xfrm>
        </p:grpSpPr>
        <p:sp>
          <p:nvSpPr>
            <p:cNvPr id="533" name="Google Shape;533;p50"/>
            <p:cNvSpPr/>
            <p:nvPr/>
          </p:nvSpPr>
          <p:spPr>
            <a:xfrm>
              <a:off x="4042650" y="642025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50"/>
            <p:cNvSpPr/>
            <p:nvPr/>
          </p:nvSpPr>
          <p:spPr>
            <a:xfrm>
              <a:off x="4699275" y="642025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5" name="Google Shape;535;p50"/>
          <p:cNvSpPr/>
          <p:nvPr/>
        </p:nvSpPr>
        <p:spPr>
          <a:xfrm>
            <a:off x="-1267325" y="3443200"/>
            <a:ext cx="2679600" cy="26796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51"/>
          <p:cNvSpPr txBox="1">
            <a:spLocks noGrp="1"/>
          </p:cNvSpPr>
          <p:nvPr>
            <p:ph type="title"/>
          </p:nvPr>
        </p:nvSpPr>
        <p:spPr>
          <a:xfrm>
            <a:off x="720000" y="375275"/>
            <a:ext cx="3434700" cy="87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38" name="Google Shape;538;p51"/>
          <p:cNvSpPr txBox="1">
            <a:spLocks noGrp="1"/>
          </p:cNvSpPr>
          <p:nvPr>
            <p:ph type="subTitle" idx="1"/>
          </p:nvPr>
        </p:nvSpPr>
        <p:spPr>
          <a:xfrm>
            <a:off x="713100" y="1266825"/>
            <a:ext cx="3434700" cy="142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9" name="Google Shape;539;p51"/>
          <p:cNvSpPr txBox="1"/>
          <p:nvPr/>
        </p:nvSpPr>
        <p:spPr>
          <a:xfrm>
            <a:off x="720000" y="3526500"/>
            <a:ext cx="358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CREDITS: This presentation template was created by </a:t>
            </a:r>
            <a:r>
              <a:rPr lang="en" sz="1200">
                <a:solidFill>
                  <a:schemeClr val="lt1"/>
                </a:solidFill>
                <a:uFill>
                  <a:noFill/>
                </a:uFill>
                <a:latin typeface="IBM Plex Sans Medium"/>
                <a:ea typeface="IBM Plex Sans Medium"/>
                <a:cs typeface="IBM Plex Sans Medium"/>
                <a:sym typeface="IBM Plex Sans Mediu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, and includes icons by </a:t>
            </a:r>
            <a:r>
              <a:rPr lang="en" sz="1200">
                <a:solidFill>
                  <a:schemeClr val="lt1"/>
                </a:solidFill>
                <a:uFill>
                  <a:noFill/>
                </a:uFill>
                <a:latin typeface="IBM Plex Sans Medium"/>
                <a:ea typeface="IBM Plex Sans Medium"/>
                <a:cs typeface="IBM Plex Sans Medium"/>
                <a:sym typeface="IBM Plex Sans Mediu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 and infographics &amp; images by </a:t>
            </a:r>
            <a:r>
              <a:rPr lang="en" sz="1200">
                <a:solidFill>
                  <a:schemeClr val="lt1"/>
                </a:solidFill>
                <a:uFill>
                  <a:noFill/>
                </a:uFill>
                <a:latin typeface="IBM Plex Sans Medium"/>
                <a:ea typeface="IBM Plex Sans Medium"/>
                <a:cs typeface="IBM Plex Sans Medium"/>
                <a:sym typeface="IBM Plex Sans Medium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40" name="Google Shape;540;p51"/>
          <p:cNvSpPr/>
          <p:nvPr/>
        </p:nvSpPr>
        <p:spPr>
          <a:xfrm>
            <a:off x="4147800" y="229225"/>
            <a:ext cx="4685100" cy="46851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1" name="Google Shape;541;p51"/>
          <p:cNvGrpSpPr/>
          <p:nvPr/>
        </p:nvGrpSpPr>
        <p:grpSpPr>
          <a:xfrm>
            <a:off x="7068309" y="279305"/>
            <a:ext cx="2075906" cy="387206"/>
            <a:chOff x="1298650" y="3255600"/>
            <a:chExt cx="3427850" cy="639375"/>
          </a:xfrm>
        </p:grpSpPr>
        <p:sp>
          <p:nvSpPr>
            <p:cNvPr id="542" name="Google Shape;542;p51"/>
            <p:cNvSpPr/>
            <p:nvPr/>
          </p:nvSpPr>
          <p:spPr>
            <a:xfrm>
              <a:off x="1483200" y="3347875"/>
              <a:ext cx="3243300" cy="547100"/>
            </a:xfrm>
            <a:custGeom>
              <a:avLst/>
              <a:gdLst/>
              <a:ahLst/>
              <a:cxnLst/>
              <a:rect l="l" t="t" r="r" b="b"/>
              <a:pathLst>
                <a:path w="129732" h="21884" fill="none" extrusionOk="0">
                  <a:moveTo>
                    <a:pt x="129731" y="11311"/>
                  </a:moveTo>
                  <a:lnTo>
                    <a:pt x="100335" y="11311"/>
                  </a:lnTo>
                  <a:lnTo>
                    <a:pt x="89738" y="21884"/>
                  </a:lnTo>
                  <a:lnTo>
                    <a:pt x="34529" y="21884"/>
                  </a:lnTo>
                  <a:lnTo>
                    <a:pt x="12633" y="0"/>
                  </a:ln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51"/>
            <p:cNvSpPr/>
            <p:nvPr/>
          </p:nvSpPr>
          <p:spPr>
            <a:xfrm>
              <a:off x="1298650" y="3255600"/>
              <a:ext cx="184575" cy="184850"/>
            </a:xfrm>
            <a:custGeom>
              <a:avLst/>
              <a:gdLst/>
              <a:ahLst/>
              <a:cxnLst/>
              <a:rect l="l" t="t" r="r" b="b"/>
              <a:pathLst>
                <a:path w="7383" h="7394" fill="none" extrusionOk="0">
                  <a:moveTo>
                    <a:pt x="1" y="3691"/>
                  </a:moveTo>
                  <a:cubicBezTo>
                    <a:pt x="1" y="1643"/>
                    <a:pt x="1644" y="0"/>
                    <a:pt x="3692" y="0"/>
                  </a:cubicBezTo>
                  <a:cubicBezTo>
                    <a:pt x="5728" y="0"/>
                    <a:pt x="7383" y="1643"/>
                    <a:pt x="7383" y="3691"/>
                  </a:cubicBezTo>
                  <a:cubicBezTo>
                    <a:pt x="7383" y="5727"/>
                    <a:pt x="5728" y="7382"/>
                    <a:pt x="3692" y="7382"/>
                  </a:cubicBezTo>
                  <a:cubicBezTo>
                    <a:pt x="1644" y="7394"/>
                    <a:pt x="1" y="5727"/>
                    <a:pt x="1" y="36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4" name="Google Shape;544;p51"/>
          <p:cNvSpPr/>
          <p:nvPr/>
        </p:nvSpPr>
        <p:spPr>
          <a:xfrm rot="5400000">
            <a:off x="4162050" y="4515197"/>
            <a:ext cx="333300" cy="332100"/>
          </a:xfrm>
          <a:prstGeom prst="snip2DiagRect">
            <a:avLst>
              <a:gd name="adj1" fmla="val 0"/>
              <a:gd name="adj2" fmla="val 3223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5" name="Google Shape;545;p51"/>
          <p:cNvGrpSpPr/>
          <p:nvPr/>
        </p:nvGrpSpPr>
        <p:grpSpPr>
          <a:xfrm>
            <a:off x="4494745" y="4545557"/>
            <a:ext cx="2631411" cy="338687"/>
            <a:chOff x="198225" y="4390550"/>
            <a:chExt cx="3765075" cy="484600"/>
          </a:xfrm>
        </p:grpSpPr>
        <p:sp>
          <p:nvSpPr>
            <p:cNvPr id="546" name="Google Shape;546;p51"/>
            <p:cNvSpPr/>
            <p:nvPr/>
          </p:nvSpPr>
          <p:spPr>
            <a:xfrm>
              <a:off x="198225" y="4390550"/>
              <a:ext cx="3580525" cy="392325"/>
            </a:xfrm>
            <a:custGeom>
              <a:avLst/>
              <a:gdLst/>
              <a:ahLst/>
              <a:cxnLst/>
              <a:rect l="l" t="t" r="r" b="b"/>
              <a:pathLst>
                <a:path w="143221" h="15693" fill="none" extrusionOk="0">
                  <a:moveTo>
                    <a:pt x="1" y="7585"/>
                  </a:moveTo>
                  <a:lnTo>
                    <a:pt x="21063" y="7585"/>
                  </a:lnTo>
                  <a:lnTo>
                    <a:pt x="28659" y="1"/>
                  </a:lnTo>
                  <a:lnTo>
                    <a:pt x="118492" y="1"/>
                  </a:lnTo>
                  <a:lnTo>
                    <a:pt x="134172" y="15693"/>
                  </a:lnTo>
                  <a:lnTo>
                    <a:pt x="143221" y="1569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51"/>
            <p:cNvSpPr/>
            <p:nvPr/>
          </p:nvSpPr>
          <p:spPr>
            <a:xfrm>
              <a:off x="3778725" y="4690575"/>
              <a:ext cx="184575" cy="184575"/>
            </a:xfrm>
            <a:custGeom>
              <a:avLst/>
              <a:gdLst/>
              <a:ahLst/>
              <a:cxnLst/>
              <a:rect l="l" t="t" r="r" b="b"/>
              <a:pathLst>
                <a:path w="7383" h="7383" fill="none" extrusionOk="0">
                  <a:moveTo>
                    <a:pt x="1" y="3692"/>
                  </a:moveTo>
                  <a:cubicBezTo>
                    <a:pt x="1" y="1656"/>
                    <a:pt x="1656" y="1"/>
                    <a:pt x="3692" y="1"/>
                  </a:cubicBezTo>
                  <a:cubicBezTo>
                    <a:pt x="5728" y="1"/>
                    <a:pt x="7383" y="1656"/>
                    <a:pt x="7383" y="3692"/>
                  </a:cubicBezTo>
                  <a:cubicBezTo>
                    <a:pt x="7383" y="5728"/>
                    <a:pt x="5728" y="7383"/>
                    <a:pt x="3692" y="7383"/>
                  </a:cubicBezTo>
                  <a:cubicBezTo>
                    <a:pt x="1656" y="7383"/>
                    <a:pt x="1" y="5728"/>
                    <a:pt x="1" y="36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2"/>
          <p:cNvSpPr/>
          <p:nvPr/>
        </p:nvSpPr>
        <p:spPr>
          <a:xfrm>
            <a:off x="-793775" y="-800425"/>
            <a:ext cx="2679600" cy="26796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0" name="Google Shape;55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9850" y="104461"/>
            <a:ext cx="3347900" cy="20288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1" name="Google Shape;551;p52"/>
          <p:cNvGrpSpPr/>
          <p:nvPr/>
        </p:nvGrpSpPr>
        <p:grpSpPr>
          <a:xfrm flipH="1">
            <a:off x="256575" y="4506113"/>
            <a:ext cx="1154625" cy="430500"/>
            <a:chOff x="4042650" y="642025"/>
            <a:chExt cx="1154625" cy="430500"/>
          </a:xfrm>
        </p:grpSpPr>
        <p:sp>
          <p:nvSpPr>
            <p:cNvPr id="552" name="Google Shape;552;p52"/>
            <p:cNvSpPr/>
            <p:nvPr/>
          </p:nvSpPr>
          <p:spPr>
            <a:xfrm>
              <a:off x="4042650" y="642025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52"/>
            <p:cNvSpPr/>
            <p:nvPr/>
          </p:nvSpPr>
          <p:spPr>
            <a:xfrm>
              <a:off x="4699275" y="642025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4" name="Google Shape;554;p52"/>
          <p:cNvSpPr/>
          <p:nvPr/>
        </p:nvSpPr>
        <p:spPr>
          <a:xfrm>
            <a:off x="7091100" y="3009575"/>
            <a:ext cx="2679600" cy="26796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3"/>
          <p:cNvSpPr/>
          <p:nvPr/>
        </p:nvSpPr>
        <p:spPr>
          <a:xfrm>
            <a:off x="5152050" y="1017725"/>
            <a:ext cx="4059000" cy="40590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53"/>
          <p:cNvSpPr/>
          <p:nvPr/>
        </p:nvSpPr>
        <p:spPr>
          <a:xfrm>
            <a:off x="-695325" y="-1274025"/>
            <a:ext cx="4912200" cy="49122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53"/>
          <p:cNvSpPr/>
          <p:nvPr/>
        </p:nvSpPr>
        <p:spPr>
          <a:xfrm>
            <a:off x="535025" y="277250"/>
            <a:ext cx="8073900" cy="45891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53"/>
          <p:cNvSpPr/>
          <p:nvPr/>
        </p:nvSpPr>
        <p:spPr>
          <a:xfrm>
            <a:off x="8608950" y="224775"/>
            <a:ext cx="295500" cy="255300"/>
          </a:xfrm>
          <a:prstGeom prst="snip2DiagRect">
            <a:avLst>
              <a:gd name="adj1" fmla="val 0"/>
              <a:gd name="adj2" fmla="val 3223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53"/>
          <p:cNvSpPr/>
          <p:nvPr/>
        </p:nvSpPr>
        <p:spPr>
          <a:xfrm>
            <a:off x="239550" y="4663425"/>
            <a:ext cx="295500" cy="255300"/>
          </a:xfrm>
          <a:prstGeom prst="snip2DiagRect">
            <a:avLst>
              <a:gd name="adj1" fmla="val 0"/>
              <a:gd name="adj2" fmla="val 3223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4"/>
          <p:cNvSpPr/>
          <p:nvPr/>
        </p:nvSpPr>
        <p:spPr>
          <a:xfrm rot="10800000" flipH="1">
            <a:off x="5304450" y="-1045425"/>
            <a:ext cx="4059000" cy="40590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54"/>
          <p:cNvSpPr/>
          <p:nvPr/>
        </p:nvSpPr>
        <p:spPr>
          <a:xfrm rot="10800000" flipH="1">
            <a:off x="-542925" y="393125"/>
            <a:ext cx="4912200" cy="49122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4" name="Google Shape;564;p54"/>
          <p:cNvGrpSpPr/>
          <p:nvPr/>
        </p:nvGrpSpPr>
        <p:grpSpPr>
          <a:xfrm>
            <a:off x="368731" y="360425"/>
            <a:ext cx="780400" cy="357900"/>
            <a:chOff x="4598506" y="471425"/>
            <a:chExt cx="780400" cy="357900"/>
          </a:xfrm>
        </p:grpSpPr>
        <p:sp>
          <p:nvSpPr>
            <p:cNvPr id="565" name="Google Shape;565;p54"/>
            <p:cNvSpPr/>
            <p:nvPr/>
          </p:nvSpPr>
          <p:spPr>
            <a:xfrm rot="5400000">
              <a:off x="50381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54"/>
            <p:cNvSpPr/>
            <p:nvPr/>
          </p:nvSpPr>
          <p:spPr>
            <a:xfrm rot="5400000">
              <a:off x="45814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7" name="Google Shape;567;p54"/>
          <p:cNvGrpSpPr/>
          <p:nvPr/>
        </p:nvGrpSpPr>
        <p:grpSpPr>
          <a:xfrm rot="10800000" flipH="1">
            <a:off x="-12" y="4570483"/>
            <a:ext cx="2780508" cy="357877"/>
            <a:chOff x="198225" y="4390550"/>
            <a:chExt cx="3765075" cy="484600"/>
          </a:xfrm>
        </p:grpSpPr>
        <p:sp>
          <p:nvSpPr>
            <p:cNvPr id="568" name="Google Shape;568;p54"/>
            <p:cNvSpPr/>
            <p:nvPr/>
          </p:nvSpPr>
          <p:spPr>
            <a:xfrm>
              <a:off x="198225" y="4390550"/>
              <a:ext cx="3580525" cy="392325"/>
            </a:xfrm>
            <a:custGeom>
              <a:avLst/>
              <a:gdLst/>
              <a:ahLst/>
              <a:cxnLst/>
              <a:rect l="l" t="t" r="r" b="b"/>
              <a:pathLst>
                <a:path w="143221" h="15693" fill="none" extrusionOk="0">
                  <a:moveTo>
                    <a:pt x="1" y="7585"/>
                  </a:moveTo>
                  <a:lnTo>
                    <a:pt x="21063" y="7585"/>
                  </a:lnTo>
                  <a:lnTo>
                    <a:pt x="28659" y="1"/>
                  </a:lnTo>
                  <a:lnTo>
                    <a:pt x="118492" y="1"/>
                  </a:lnTo>
                  <a:lnTo>
                    <a:pt x="134172" y="15693"/>
                  </a:lnTo>
                  <a:lnTo>
                    <a:pt x="143221" y="1569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54"/>
            <p:cNvSpPr/>
            <p:nvPr/>
          </p:nvSpPr>
          <p:spPr>
            <a:xfrm>
              <a:off x="3778725" y="4690575"/>
              <a:ext cx="184575" cy="184575"/>
            </a:xfrm>
            <a:custGeom>
              <a:avLst/>
              <a:gdLst/>
              <a:ahLst/>
              <a:cxnLst/>
              <a:rect l="l" t="t" r="r" b="b"/>
              <a:pathLst>
                <a:path w="7383" h="7383" fill="none" extrusionOk="0">
                  <a:moveTo>
                    <a:pt x="1" y="3692"/>
                  </a:moveTo>
                  <a:cubicBezTo>
                    <a:pt x="1" y="1656"/>
                    <a:pt x="1656" y="1"/>
                    <a:pt x="3692" y="1"/>
                  </a:cubicBezTo>
                  <a:cubicBezTo>
                    <a:pt x="5728" y="1"/>
                    <a:pt x="7383" y="1656"/>
                    <a:pt x="7383" y="3692"/>
                  </a:cubicBezTo>
                  <a:cubicBezTo>
                    <a:pt x="7383" y="5728"/>
                    <a:pt x="5728" y="7383"/>
                    <a:pt x="3692" y="7383"/>
                  </a:cubicBezTo>
                  <a:cubicBezTo>
                    <a:pt x="1656" y="7383"/>
                    <a:pt x="1" y="5728"/>
                    <a:pt x="1" y="36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0" name="Google Shape;570;p54"/>
          <p:cNvGrpSpPr/>
          <p:nvPr/>
        </p:nvGrpSpPr>
        <p:grpSpPr>
          <a:xfrm>
            <a:off x="7083488" y="215150"/>
            <a:ext cx="2060513" cy="357885"/>
            <a:chOff x="6363488" y="215150"/>
            <a:chExt cx="2060513" cy="357885"/>
          </a:xfrm>
        </p:grpSpPr>
        <p:sp>
          <p:nvSpPr>
            <p:cNvPr id="571" name="Google Shape;571;p54"/>
            <p:cNvSpPr/>
            <p:nvPr/>
          </p:nvSpPr>
          <p:spPr>
            <a:xfrm flipH="1">
              <a:off x="6499827" y="215150"/>
              <a:ext cx="1924174" cy="289732"/>
            </a:xfrm>
            <a:custGeom>
              <a:avLst/>
              <a:gdLst/>
              <a:ahLst/>
              <a:cxnLst/>
              <a:rect l="l" t="t" r="r" b="b"/>
              <a:pathLst>
                <a:path w="143221" h="15693" fill="none" extrusionOk="0">
                  <a:moveTo>
                    <a:pt x="1" y="7585"/>
                  </a:moveTo>
                  <a:lnTo>
                    <a:pt x="21063" y="7585"/>
                  </a:lnTo>
                  <a:lnTo>
                    <a:pt x="28659" y="1"/>
                  </a:lnTo>
                  <a:lnTo>
                    <a:pt x="118492" y="1"/>
                  </a:lnTo>
                  <a:lnTo>
                    <a:pt x="134172" y="15693"/>
                  </a:lnTo>
                  <a:lnTo>
                    <a:pt x="143221" y="1569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54"/>
            <p:cNvSpPr/>
            <p:nvPr/>
          </p:nvSpPr>
          <p:spPr>
            <a:xfrm flipH="1">
              <a:off x="6363488" y="436726"/>
              <a:ext cx="136309" cy="136309"/>
            </a:xfrm>
            <a:custGeom>
              <a:avLst/>
              <a:gdLst/>
              <a:ahLst/>
              <a:cxnLst/>
              <a:rect l="l" t="t" r="r" b="b"/>
              <a:pathLst>
                <a:path w="7383" h="7383" fill="none" extrusionOk="0">
                  <a:moveTo>
                    <a:pt x="1" y="3692"/>
                  </a:moveTo>
                  <a:cubicBezTo>
                    <a:pt x="1" y="1656"/>
                    <a:pt x="1656" y="1"/>
                    <a:pt x="3692" y="1"/>
                  </a:cubicBezTo>
                  <a:cubicBezTo>
                    <a:pt x="5728" y="1"/>
                    <a:pt x="7383" y="1656"/>
                    <a:pt x="7383" y="3692"/>
                  </a:cubicBezTo>
                  <a:cubicBezTo>
                    <a:pt x="7383" y="5728"/>
                    <a:pt x="5728" y="7383"/>
                    <a:pt x="3692" y="7383"/>
                  </a:cubicBezTo>
                  <a:cubicBezTo>
                    <a:pt x="1656" y="7383"/>
                    <a:pt x="1" y="5728"/>
                    <a:pt x="1" y="36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9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Google Shape;574;p55"/>
          <p:cNvPicPr preferRelativeResize="0"/>
          <p:nvPr/>
        </p:nvPicPr>
        <p:blipFill rotWithShape="1">
          <a:blip r:embed="rId3">
            <a:alphaModFix/>
          </a:blip>
          <a:srcRect b="47712"/>
          <a:stretch/>
        </p:blipFill>
        <p:spPr>
          <a:xfrm>
            <a:off x="3489225" y="4122300"/>
            <a:ext cx="3222850" cy="102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55"/>
          <p:cNvPicPr preferRelativeResize="0"/>
          <p:nvPr/>
        </p:nvPicPr>
        <p:blipFill rotWithShape="1">
          <a:blip r:embed="rId3">
            <a:alphaModFix/>
          </a:blip>
          <a:srcRect t="47712"/>
          <a:stretch/>
        </p:blipFill>
        <p:spPr>
          <a:xfrm>
            <a:off x="5977075" y="0"/>
            <a:ext cx="3222850" cy="102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58"/>
          <p:cNvSpPr txBox="1">
            <a:spLocks noGrp="1"/>
          </p:cNvSpPr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●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○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■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●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○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■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●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○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■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8" r:id="rId6"/>
    <p:sldLayoutId id="2147483659" r:id="rId7"/>
    <p:sldLayoutId id="2147483661" r:id="rId8"/>
    <p:sldLayoutId id="2147483667" r:id="rId9"/>
    <p:sldLayoutId id="2147483669" r:id="rId10"/>
    <p:sldLayoutId id="2147483670" r:id="rId11"/>
    <p:sldLayoutId id="2147483673" r:id="rId12"/>
    <p:sldLayoutId id="2147483677" r:id="rId13"/>
    <p:sldLayoutId id="2147483689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01" r:id="rId2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56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78" name="Google Shape;578;p56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61"/>
          <p:cNvSpPr/>
          <p:nvPr/>
        </p:nvSpPr>
        <p:spPr>
          <a:xfrm rot="10800000" flipH="1">
            <a:off x="4157408" y="229225"/>
            <a:ext cx="4685100" cy="46851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1" name="Google Shape;591;p61"/>
          <p:cNvSpPr/>
          <p:nvPr/>
        </p:nvSpPr>
        <p:spPr>
          <a:xfrm>
            <a:off x="301550" y="229225"/>
            <a:ext cx="4685100" cy="46851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3" name="Google Shape;593;p61"/>
          <p:cNvSpPr txBox="1">
            <a:spLocks noGrp="1"/>
          </p:cNvSpPr>
          <p:nvPr>
            <p:ph type="subTitle" idx="1"/>
          </p:nvPr>
        </p:nvSpPr>
        <p:spPr>
          <a:xfrm>
            <a:off x="4954800" y="3372150"/>
            <a:ext cx="30903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 rtl="1"/>
            <a:r>
              <a:rPr lang="ku-Arab-IQ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پلانی فرۆشتن و مارکێتینگ، بەڵگەنامەی کاری و ئۆتۆماتیکردن بە AI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94" name="Google Shape;59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575" y="425075"/>
            <a:ext cx="4255050" cy="4293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4117" y="-259000"/>
            <a:ext cx="2441750" cy="1479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067" y="3469125"/>
            <a:ext cx="2441750" cy="1479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7" name="Google Shape;597;p61"/>
          <p:cNvGrpSpPr/>
          <p:nvPr/>
        </p:nvGrpSpPr>
        <p:grpSpPr>
          <a:xfrm>
            <a:off x="3663700" y="4429725"/>
            <a:ext cx="3765075" cy="484600"/>
            <a:chOff x="198225" y="4390550"/>
            <a:chExt cx="3765075" cy="484600"/>
          </a:xfrm>
        </p:grpSpPr>
        <p:sp>
          <p:nvSpPr>
            <p:cNvPr id="598" name="Google Shape;598;p61"/>
            <p:cNvSpPr/>
            <p:nvPr/>
          </p:nvSpPr>
          <p:spPr>
            <a:xfrm>
              <a:off x="198225" y="4390550"/>
              <a:ext cx="3580525" cy="392325"/>
            </a:xfrm>
            <a:custGeom>
              <a:avLst/>
              <a:gdLst/>
              <a:ahLst/>
              <a:cxnLst/>
              <a:rect l="l" t="t" r="r" b="b"/>
              <a:pathLst>
                <a:path w="143221" h="15693" fill="none" extrusionOk="0">
                  <a:moveTo>
                    <a:pt x="1" y="7585"/>
                  </a:moveTo>
                  <a:lnTo>
                    <a:pt x="21063" y="7585"/>
                  </a:lnTo>
                  <a:lnTo>
                    <a:pt x="28659" y="1"/>
                  </a:lnTo>
                  <a:lnTo>
                    <a:pt x="118492" y="1"/>
                  </a:lnTo>
                  <a:lnTo>
                    <a:pt x="134172" y="15693"/>
                  </a:lnTo>
                  <a:lnTo>
                    <a:pt x="143221" y="1569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9" name="Google Shape;599;p61"/>
            <p:cNvSpPr/>
            <p:nvPr/>
          </p:nvSpPr>
          <p:spPr>
            <a:xfrm>
              <a:off x="3778725" y="4690575"/>
              <a:ext cx="184575" cy="184575"/>
            </a:xfrm>
            <a:custGeom>
              <a:avLst/>
              <a:gdLst/>
              <a:ahLst/>
              <a:cxnLst/>
              <a:rect l="l" t="t" r="r" b="b"/>
              <a:pathLst>
                <a:path w="7383" h="7383" fill="none" extrusionOk="0">
                  <a:moveTo>
                    <a:pt x="1" y="3692"/>
                  </a:moveTo>
                  <a:cubicBezTo>
                    <a:pt x="1" y="1656"/>
                    <a:pt x="1656" y="1"/>
                    <a:pt x="3692" y="1"/>
                  </a:cubicBezTo>
                  <a:cubicBezTo>
                    <a:pt x="5728" y="1"/>
                    <a:pt x="7383" y="1656"/>
                    <a:pt x="7383" y="3692"/>
                  </a:cubicBezTo>
                  <a:cubicBezTo>
                    <a:pt x="7383" y="5728"/>
                    <a:pt x="5728" y="7383"/>
                    <a:pt x="3692" y="7383"/>
                  </a:cubicBezTo>
                  <a:cubicBezTo>
                    <a:pt x="1656" y="7383"/>
                    <a:pt x="1" y="5728"/>
                    <a:pt x="1" y="36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00" name="Google Shape;600;p61"/>
          <p:cNvGrpSpPr/>
          <p:nvPr/>
        </p:nvGrpSpPr>
        <p:grpSpPr>
          <a:xfrm>
            <a:off x="5716150" y="279150"/>
            <a:ext cx="3427850" cy="639375"/>
            <a:chOff x="1298650" y="3255600"/>
            <a:chExt cx="3427850" cy="639375"/>
          </a:xfrm>
        </p:grpSpPr>
        <p:sp>
          <p:nvSpPr>
            <p:cNvPr id="601" name="Google Shape;601;p61"/>
            <p:cNvSpPr/>
            <p:nvPr/>
          </p:nvSpPr>
          <p:spPr>
            <a:xfrm>
              <a:off x="1483200" y="3347875"/>
              <a:ext cx="3243300" cy="547100"/>
            </a:xfrm>
            <a:custGeom>
              <a:avLst/>
              <a:gdLst/>
              <a:ahLst/>
              <a:cxnLst/>
              <a:rect l="l" t="t" r="r" b="b"/>
              <a:pathLst>
                <a:path w="129732" h="21884" fill="none" extrusionOk="0">
                  <a:moveTo>
                    <a:pt x="129731" y="11311"/>
                  </a:moveTo>
                  <a:lnTo>
                    <a:pt x="100335" y="11311"/>
                  </a:lnTo>
                  <a:lnTo>
                    <a:pt x="89738" y="21884"/>
                  </a:lnTo>
                  <a:lnTo>
                    <a:pt x="34529" y="21884"/>
                  </a:lnTo>
                  <a:lnTo>
                    <a:pt x="12633" y="0"/>
                  </a:ln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2" name="Google Shape;602;p61"/>
            <p:cNvSpPr/>
            <p:nvPr/>
          </p:nvSpPr>
          <p:spPr>
            <a:xfrm>
              <a:off x="1298650" y="3255600"/>
              <a:ext cx="184575" cy="184850"/>
            </a:xfrm>
            <a:custGeom>
              <a:avLst/>
              <a:gdLst/>
              <a:ahLst/>
              <a:cxnLst/>
              <a:rect l="l" t="t" r="r" b="b"/>
              <a:pathLst>
                <a:path w="7383" h="7394" fill="none" extrusionOk="0">
                  <a:moveTo>
                    <a:pt x="1" y="3691"/>
                  </a:moveTo>
                  <a:cubicBezTo>
                    <a:pt x="1" y="1643"/>
                    <a:pt x="1644" y="0"/>
                    <a:pt x="3692" y="0"/>
                  </a:cubicBezTo>
                  <a:cubicBezTo>
                    <a:pt x="5728" y="0"/>
                    <a:pt x="7383" y="1643"/>
                    <a:pt x="7383" y="3691"/>
                  </a:cubicBezTo>
                  <a:cubicBezTo>
                    <a:pt x="7383" y="5727"/>
                    <a:pt x="5728" y="7382"/>
                    <a:pt x="3692" y="7382"/>
                  </a:cubicBezTo>
                  <a:cubicBezTo>
                    <a:pt x="1644" y="7394"/>
                    <a:pt x="1" y="5727"/>
                    <a:pt x="1" y="36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03" name="Google Shape;603;p61"/>
          <p:cNvGrpSpPr/>
          <p:nvPr/>
        </p:nvGrpSpPr>
        <p:grpSpPr>
          <a:xfrm rot="5400000">
            <a:off x="314598" y="741345"/>
            <a:ext cx="871512" cy="467554"/>
            <a:chOff x="773350" y="518000"/>
            <a:chExt cx="2757950" cy="1479600"/>
          </a:xfrm>
        </p:grpSpPr>
        <p:sp>
          <p:nvSpPr>
            <p:cNvPr id="604" name="Google Shape;604;p61"/>
            <p:cNvSpPr/>
            <p:nvPr/>
          </p:nvSpPr>
          <p:spPr>
            <a:xfrm>
              <a:off x="2582700" y="518000"/>
              <a:ext cx="948600" cy="1479600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FFFFFF">
                    <a:alpha val="2980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5" name="Google Shape;605;p61"/>
            <p:cNvSpPr/>
            <p:nvPr/>
          </p:nvSpPr>
          <p:spPr>
            <a:xfrm>
              <a:off x="1678025" y="518000"/>
              <a:ext cx="948600" cy="1479600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FFFFFF">
                    <a:alpha val="2980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6" name="Google Shape;606;p61"/>
            <p:cNvSpPr/>
            <p:nvPr/>
          </p:nvSpPr>
          <p:spPr>
            <a:xfrm>
              <a:off x="773350" y="518000"/>
              <a:ext cx="948600" cy="1479600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FFFFFF">
                    <a:alpha val="2980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9" name="Text 2">
            <a:extLst>
              <a:ext uri="{FF2B5EF4-FFF2-40B4-BE49-F238E27FC236}">
                <a16:creationId xmlns:a16="http://schemas.microsoft.com/office/drawing/2014/main" id="{196C8625-3799-441A-A6DF-06EB5139C93E}"/>
              </a:ext>
            </a:extLst>
          </p:cNvPr>
          <p:cNvSpPr/>
          <p:nvPr/>
        </p:nvSpPr>
        <p:spPr>
          <a:xfrm>
            <a:off x="3782193" y="1708926"/>
            <a:ext cx="5060257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54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ژیری</a:t>
            </a:r>
            <a:r>
              <a:rPr lang="en-US" sz="5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4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دەستکر</a:t>
            </a:r>
            <a:r>
              <a:rPr lang="ku-Arab-IQ" sz="5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د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96FFF813-DBA0-45D6-BD19-AAF136EAA57E}"/>
              </a:ext>
            </a:extLst>
          </p:cNvPr>
          <p:cNvSpPr/>
          <p:nvPr/>
        </p:nvSpPr>
        <p:spPr>
          <a:xfrm>
            <a:off x="6439427" y="437785"/>
            <a:ext cx="19867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rtl="1"/>
            <a:r>
              <a:rPr lang="ku-Arab-IQ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BM Plex Sans Medium"/>
              </a:rPr>
              <a:t>داهاتووی</a:t>
            </a:r>
            <a:r>
              <a:rPr lang="ku-Arab-IQ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تەکنەلۆجیا</a:t>
            </a:r>
            <a:endParaRPr lang="en-US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A5F86C35-6B70-4603-97EE-A5BE2446B016}"/>
              </a:ext>
            </a:extLst>
          </p:cNvPr>
          <p:cNvSpPr/>
          <p:nvPr/>
        </p:nvSpPr>
        <p:spPr>
          <a:xfrm>
            <a:off x="4264362" y="4397287"/>
            <a:ext cx="25260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پێشکەشکار: </a:t>
            </a:r>
            <a:r>
              <a:rPr lang="ku-Arab-IQ" sz="1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ئەندازیار عبدالرحمن اسماعیل</a:t>
            </a:r>
            <a:endParaRPr lang="en-US" sz="13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63"/>
          <p:cNvSpPr/>
          <p:nvPr/>
        </p:nvSpPr>
        <p:spPr>
          <a:xfrm>
            <a:off x="257800" y="1217775"/>
            <a:ext cx="4685100" cy="46851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1" name="Google Shape;621;p63"/>
          <p:cNvSpPr/>
          <p:nvPr/>
        </p:nvSpPr>
        <p:spPr>
          <a:xfrm>
            <a:off x="7455749" y="2127700"/>
            <a:ext cx="637544" cy="651154"/>
          </a:xfrm>
          <a:prstGeom prst="ellipse">
            <a:avLst/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2" name="Google Shape;622;p63"/>
          <p:cNvSpPr txBox="1">
            <a:spLocks noGrp="1"/>
          </p:cNvSpPr>
          <p:nvPr>
            <p:ph type="title" idx="15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ku-Arab-IQ" sz="3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بابەتەکانی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1" name="Google Shape;631;p63"/>
          <p:cNvSpPr txBox="1">
            <a:spLocks noGrp="1"/>
          </p:cNvSpPr>
          <p:nvPr>
            <p:ph type="title" idx="8"/>
          </p:nvPr>
        </p:nvSpPr>
        <p:spPr>
          <a:xfrm>
            <a:off x="7455749" y="2248389"/>
            <a:ext cx="637544" cy="38586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u-Arab-IQ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35" name="Google Shape;635;p63"/>
          <p:cNvGrpSpPr/>
          <p:nvPr/>
        </p:nvGrpSpPr>
        <p:grpSpPr>
          <a:xfrm rot="5400000" flipH="1">
            <a:off x="7772276" y="3210773"/>
            <a:ext cx="2029024" cy="1088542"/>
            <a:chOff x="773350" y="518000"/>
            <a:chExt cx="2757950" cy="1479600"/>
          </a:xfrm>
        </p:grpSpPr>
        <p:sp>
          <p:nvSpPr>
            <p:cNvPr id="636" name="Google Shape;636;p63"/>
            <p:cNvSpPr/>
            <p:nvPr/>
          </p:nvSpPr>
          <p:spPr>
            <a:xfrm>
              <a:off x="2582700" y="518000"/>
              <a:ext cx="948600" cy="1479600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FFFFFF">
                    <a:alpha val="2980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37" name="Google Shape;637;p63"/>
            <p:cNvSpPr/>
            <p:nvPr/>
          </p:nvSpPr>
          <p:spPr>
            <a:xfrm>
              <a:off x="1678025" y="518000"/>
              <a:ext cx="948600" cy="1479600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FFFFFF">
                    <a:alpha val="2980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38" name="Google Shape;638;p63"/>
            <p:cNvSpPr/>
            <p:nvPr/>
          </p:nvSpPr>
          <p:spPr>
            <a:xfrm>
              <a:off x="773350" y="518000"/>
              <a:ext cx="948600" cy="1479600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FFFFFF">
                    <a:alpha val="2980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639" name="Google Shape;63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9458" y="0"/>
            <a:ext cx="2441750" cy="1479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0" name="Google Shape;640;p63"/>
          <p:cNvGrpSpPr/>
          <p:nvPr/>
        </p:nvGrpSpPr>
        <p:grpSpPr>
          <a:xfrm flipH="1">
            <a:off x="191" y="4320418"/>
            <a:ext cx="2598996" cy="484774"/>
            <a:chOff x="1298650" y="3255600"/>
            <a:chExt cx="3427850" cy="639375"/>
          </a:xfrm>
        </p:grpSpPr>
        <p:sp>
          <p:nvSpPr>
            <p:cNvPr id="641" name="Google Shape;641;p63"/>
            <p:cNvSpPr/>
            <p:nvPr/>
          </p:nvSpPr>
          <p:spPr>
            <a:xfrm>
              <a:off x="1483200" y="3347875"/>
              <a:ext cx="3243300" cy="547100"/>
            </a:xfrm>
            <a:custGeom>
              <a:avLst/>
              <a:gdLst/>
              <a:ahLst/>
              <a:cxnLst/>
              <a:rect l="l" t="t" r="r" b="b"/>
              <a:pathLst>
                <a:path w="129732" h="21884" fill="none" extrusionOk="0">
                  <a:moveTo>
                    <a:pt x="129731" y="11311"/>
                  </a:moveTo>
                  <a:lnTo>
                    <a:pt x="100335" y="11311"/>
                  </a:lnTo>
                  <a:lnTo>
                    <a:pt x="89738" y="21884"/>
                  </a:lnTo>
                  <a:lnTo>
                    <a:pt x="34529" y="21884"/>
                  </a:lnTo>
                  <a:lnTo>
                    <a:pt x="12633" y="0"/>
                  </a:ln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42" name="Google Shape;642;p63"/>
            <p:cNvSpPr/>
            <p:nvPr/>
          </p:nvSpPr>
          <p:spPr>
            <a:xfrm>
              <a:off x="1298650" y="3255600"/>
              <a:ext cx="184575" cy="184850"/>
            </a:xfrm>
            <a:custGeom>
              <a:avLst/>
              <a:gdLst/>
              <a:ahLst/>
              <a:cxnLst/>
              <a:rect l="l" t="t" r="r" b="b"/>
              <a:pathLst>
                <a:path w="7383" h="7394" fill="none" extrusionOk="0">
                  <a:moveTo>
                    <a:pt x="1" y="3691"/>
                  </a:moveTo>
                  <a:cubicBezTo>
                    <a:pt x="1" y="1643"/>
                    <a:pt x="1644" y="0"/>
                    <a:pt x="3692" y="0"/>
                  </a:cubicBezTo>
                  <a:cubicBezTo>
                    <a:pt x="5728" y="0"/>
                    <a:pt x="7383" y="1643"/>
                    <a:pt x="7383" y="3691"/>
                  </a:cubicBezTo>
                  <a:cubicBezTo>
                    <a:pt x="7383" y="5727"/>
                    <a:pt x="5728" y="7382"/>
                    <a:pt x="3692" y="7382"/>
                  </a:cubicBezTo>
                  <a:cubicBezTo>
                    <a:pt x="1644" y="7394"/>
                    <a:pt x="1" y="5727"/>
                    <a:pt x="1" y="36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43" name="Google Shape;643;p63"/>
          <p:cNvGrpSpPr/>
          <p:nvPr/>
        </p:nvGrpSpPr>
        <p:grpSpPr>
          <a:xfrm rot="10800000" flipH="1">
            <a:off x="6545016" y="1175943"/>
            <a:ext cx="2598996" cy="484774"/>
            <a:chOff x="1298650" y="3255600"/>
            <a:chExt cx="3427850" cy="639375"/>
          </a:xfrm>
        </p:grpSpPr>
        <p:sp>
          <p:nvSpPr>
            <p:cNvPr id="644" name="Google Shape;644;p63"/>
            <p:cNvSpPr/>
            <p:nvPr/>
          </p:nvSpPr>
          <p:spPr>
            <a:xfrm>
              <a:off x="1483200" y="3347875"/>
              <a:ext cx="3243300" cy="547100"/>
            </a:xfrm>
            <a:custGeom>
              <a:avLst/>
              <a:gdLst/>
              <a:ahLst/>
              <a:cxnLst/>
              <a:rect l="l" t="t" r="r" b="b"/>
              <a:pathLst>
                <a:path w="129732" h="21884" fill="none" extrusionOk="0">
                  <a:moveTo>
                    <a:pt x="129731" y="11311"/>
                  </a:moveTo>
                  <a:lnTo>
                    <a:pt x="100335" y="11311"/>
                  </a:lnTo>
                  <a:lnTo>
                    <a:pt x="89738" y="21884"/>
                  </a:lnTo>
                  <a:lnTo>
                    <a:pt x="34529" y="21884"/>
                  </a:lnTo>
                  <a:lnTo>
                    <a:pt x="12633" y="0"/>
                  </a:ln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45" name="Google Shape;645;p63"/>
            <p:cNvSpPr/>
            <p:nvPr/>
          </p:nvSpPr>
          <p:spPr>
            <a:xfrm>
              <a:off x="1298650" y="3255600"/>
              <a:ext cx="184575" cy="184850"/>
            </a:xfrm>
            <a:custGeom>
              <a:avLst/>
              <a:gdLst/>
              <a:ahLst/>
              <a:cxnLst/>
              <a:rect l="l" t="t" r="r" b="b"/>
              <a:pathLst>
                <a:path w="7383" h="7394" fill="none" extrusionOk="0">
                  <a:moveTo>
                    <a:pt x="1" y="3691"/>
                  </a:moveTo>
                  <a:cubicBezTo>
                    <a:pt x="1" y="1643"/>
                    <a:pt x="1644" y="0"/>
                    <a:pt x="3692" y="0"/>
                  </a:cubicBezTo>
                  <a:cubicBezTo>
                    <a:pt x="5728" y="0"/>
                    <a:pt x="7383" y="1643"/>
                    <a:pt x="7383" y="3691"/>
                  </a:cubicBezTo>
                  <a:cubicBezTo>
                    <a:pt x="7383" y="5727"/>
                    <a:pt x="5728" y="7382"/>
                    <a:pt x="3692" y="7382"/>
                  </a:cubicBezTo>
                  <a:cubicBezTo>
                    <a:pt x="1644" y="7394"/>
                    <a:pt x="1" y="5727"/>
                    <a:pt x="1" y="36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46" name="Google Shape;646;p63"/>
          <p:cNvGrpSpPr/>
          <p:nvPr/>
        </p:nvGrpSpPr>
        <p:grpSpPr>
          <a:xfrm>
            <a:off x="3990152" y="1386354"/>
            <a:ext cx="1163678" cy="63948"/>
            <a:chOff x="3779200" y="1371600"/>
            <a:chExt cx="1992600" cy="109500"/>
          </a:xfrm>
        </p:grpSpPr>
        <p:sp>
          <p:nvSpPr>
            <p:cNvPr id="647" name="Google Shape;647;p63"/>
            <p:cNvSpPr/>
            <p:nvPr/>
          </p:nvSpPr>
          <p:spPr>
            <a:xfrm>
              <a:off x="37792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48" name="Google Shape;648;p63"/>
            <p:cNvSpPr/>
            <p:nvPr/>
          </p:nvSpPr>
          <p:spPr>
            <a:xfrm>
              <a:off x="415582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49" name="Google Shape;649;p63"/>
            <p:cNvSpPr/>
            <p:nvPr/>
          </p:nvSpPr>
          <p:spPr>
            <a:xfrm>
              <a:off x="453244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50" name="Google Shape;650;p63"/>
            <p:cNvSpPr/>
            <p:nvPr/>
          </p:nvSpPr>
          <p:spPr>
            <a:xfrm>
              <a:off x="490906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51" name="Google Shape;651;p63"/>
            <p:cNvSpPr/>
            <p:nvPr/>
          </p:nvSpPr>
          <p:spPr>
            <a:xfrm>
              <a:off x="528568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52" name="Google Shape;652;p63"/>
            <p:cNvSpPr/>
            <p:nvPr/>
          </p:nvSpPr>
          <p:spPr>
            <a:xfrm>
              <a:off x="56623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4" name="Google Shape;621;p63">
            <a:extLst>
              <a:ext uri="{FF2B5EF4-FFF2-40B4-BE49-F238E27FC236}">
                <a16:creationId xmlns:a16="http://schemas.microsoft.com/office/drawing/2014/main" id="{ACE1E63D-949D-42B5-A3B6-103B2077DDC4}"/>
              </a:ext>
            </a:extLst>
          </p:cNvPr>
          <p:cNvSpPr/>
          <p:nvPr/>
        </p:nvSpPr>
        <p:spPr>
          <a:xfrm>
            <a:off x="7474836" y="2899543"/>
            <a:ext cx="637544" cy="651154"/>
          </a:xfrm>
          <a:prstGeom prst="ellipse">
            <a:avLst/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Google Shape;631;p63">
            <a:extLst>
              <a:ext uri="{FF2B5EF4-FFF2-40B4-BE49-F238E27FC236}">
                <a16:creationId xmlns:a16="http://schemas.microsoft.com/office/drawing/2014/main" id="{5A908B7E-3228-472E-865A-B34B0F5EDE7D}"/>
              </a:ext>
            </a:extLst>
          </p:cNvPr>
          <p:cNvSpPr txBox="1">
            <a:spLocks/>
          </p:cNvSpPr>
          <p:nvPr/>
        </p:nvSpPr>
        <p:spPr>
          <a:xfrm>
            <a:off x="7474836" y="3020232"/>
            <a:ext cx="637544" cy="385869"/>
          </a:xfrm>
          <a:prstGeom prst="rect">
            <a:avLst/>
          </a:prstGeom>
          <a:noFill/>
          <a:ln>
            <a:noFill/>
          </a:ln>
          <a:effectLst>
            <a:outerShdw blurRad="114300" dist="19050" dir="276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r>
              <a:rPr lang="ku-Arab-IQ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56" name="Google Shape;621;p63">
            <a:extLst>
              <a:ext uri="{FF2B5EF4-FFF2-40B4-BE49-F238E27FC236}">
                <a16:creationId xmlns:a16="http://schemas.microsoft.com/office/drawing/2014/main" id="{D9935C75-086A-4D8B-8F3D-E38B77B7BFF8}"/>
              </a:ext>
            </a:extLst>
          </p:cNvPr>
          <p:cNvSpPr/>
          <p:nvPr/>
        </p:nvSpPr>
        <p:spPr>
          <a:xfrm>
            <a:off x="7474836" y="3666293"/>
            <a:ext cx="637544" cy="651154"/>
          </a:xfrm>
          <a:prstGeom prst="ellipse">
            <a:avLst/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Google Shape;631;p63">
            <a:extLst>
              <a:ext uri="{FF2B5EF4-FFF2-40B4-BE49-F238E27FC236}">
                <a16:creationId xmlns:a16="http://schemas.microsoft.com/office/drawing/2014/main" id="{88CF8599-B48B-4BCD-B2F4-72CAC06107C6}"/>
              </a:ext>
            </a:extLst>
          </p:cNvPr>
          <p:cNvSpPr txBox="1">
            <a:spLocks/>
          </p:cNvSpPr>
          <p:nvPr/>
        </p:nvSpPr>
        <p:spPr>
          <a:xfrm>
            <a:off x="7474836" y="3786982"/>
            <a:ext cx="637544" cy="385869"/>
          </a:xfrm>
          <a:prstGeom prst="rect">
            <a:avLst/>
          </a:prstGeom>
          <a:noFill/>
          <a:ln>
            <a:noFill/>
          </a:ln>
          <a:effectLst>
            <a:outerShdw blurRad="114300" dist="19050" dir="276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rtl="1"/>
            <a:r>
              <a:rPr lang="ku-Arab-IQ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☕</a:t>
            </a:r>
          </a:p>
        </p:txBody>
      </p:sp>
      <p:sp>
        <p:nvSpPr>
          <p:cNvPr id="64" name="Google Shape;621;p63">
            <a:extLst>
              <a:ext uri="{FF2B5EF4-FFF2-40B4-BE49-F238E27FC236}">
                <a16:creationId xmlns:a16="http://schemas.microsoft.com/office/drawing/2014/main" id="{1FBBA1AB-A2AF-45F3-9C45-161A8DBA613E}"/>
              </a:ext>
            </a:extLst>
          </p:cNvPr>
          <p:cNvSpPr/>
          <p:nvPr/>
        </p:nvSpPr>
        <p:spPr>
          <a:xfrm>
            <a:off x="3837361" y="2127700"/>
            <a:ext cx="637544" cy="651154"/>
          </a:xfrm>
          <a:prstGeom prst="ellipse">
            <a:avLst/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Google Shape;631;p63">
            <a:extLst>
              <a:ext uri="{FF2B5EF4-FFF2-40B4-BE49-F238E27FC236}">
                <a16:creationId xmlns:a16="http://schemas.microsoft.com/office/drawing/2014/main" id="{F96AA53E-ECB7-4A73-BEDE-2C68795680E8}"/>
              </a:ext>
            </a:extLst>
          </p:cNvPr>
          <p:cNvSpPr txBox="1">
            <a:spLocks/>
          </p:cNvSpPr>
          <p:nvPr/>
        </p:nvSpPr>
        <p:spPr>
          <a:xfrm>
            <a:off x="3837361" y="2248389"/>
            <a:ext cx="637544" cy="385869"/>
          </a:xfrm>
          <a:prstGeom prst="rect">
            <a:avLst/>
          </a:prstGeom>
          <a:noFill/>
          <a:ln>
            <a:noFill/>
          </a:ln>
          <a:effectLst>
            <a:outerShdw blurRad="114300" dist="19050" dir="276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rtl="1"/>
            <a:r>
              <a:rPr lang="ku-Arab-IQ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٣</a:t>
            </a:r>
          </a:p>
        </p:txBody>
      </p:sp>
      <p:sp>
        <p:nvSpPr>
          <p:cNvPr id="66" name="Google Shape;621;p63">
            <a:extLst>
              <a:ext uri="{FF2B5EF4-FFF2-40B4-BE49-F238E27FC236}">
                <a16:creationId xmlns:a16="http://schemas.microsoft.com/office/drawing/2014/main" id="{A5E27120-8F9D-4609-80F9-C5223ABC007D}"/>
              </a:ext>
            </a:extLst>
          </p:cNvPr>
          <p:cNvSpPr/>
          <p:nvPr/>
        </p:nvSpPr>
        <p:spPr>
          <a:xfrm>
            <a:off x="3856448" y="2899543"/>
            <a:ext cx="637544" cy="651154"/>
          </a:xfrm>
          <a:prstGeom prst="ellipse">
            <a:avLst/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Google Shape;631;p63">
            <a:extLst>
              <a:ext uri="{FF2B5EF4-FFF2-40B4-BE49-F238E27FC236}">
                <a16:creationId xmlns:a16="http://schemas.microsoft.com/office/drawing/2014/main" id="{CA08FEB8-BB1F-4312-832B-C9780B7F8293}"/>
              </a:ext>
            </a:extLst>
          </p:cNvPr>
          <p:cNvSpPr txBox="1">
            <a:spLocks/>
          </p:cNvSpPr>
          <p:nvPr/>
        </p:nvSpPr>
        <p:spPr>
          <a:xfrm>
            <a:off x="3856448" y="3020232"/>
            <a:ext cx="637544" cy="385869"/>
          </a:xfrm>
          <a:prstGeom prst="rect">
            <a:avLst/>
          </a:prstGeom>
          <a:noFill/>
          <a:ln>
            <a:noFill/>
          </a:ln>
          <a:effectLst>
            <a:outerShdw blurRad="114300" dist="19050" dir="276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rtl="1"/>
            <a:r>
              <a:rPr lang="ku-Arab-IQ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٤</a:t>
            </a:r>
          </a:p>
        </p:txBody>
      </p:sp>
      <p:sp>
        <p:nvSpPr>
          <p:cNvPr id="68" name="Google Shape;621;p63">
            <a:extLst>
              <a:ext uri="{FF2B5EF4-FFF2-40B4-BE49-F238E27FC236}">
                <a16:creationId xmlns:a16="http://schemas.microsoft.com/office/drawing/2014/main" id="{98C7604C-3221-43A7-BFE9-2D9A295E7907}"/>
              </a:ext>
            </a:extLst>
          </p:cNvPr>
          <p:cNvSpPr/>
          <p:nvPr/>
        </p:nvSpPr>
        <p:spPr>
          <a:xfrm>
            <a:off x="3856448" y="3666293"/>
            <a:ext cx="637544" cy="651154"/>
          </a:xfrm>
          <a:prstGeom prst="ellipse">
            <a:avLst/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4349392-7BDD-43A1-9C9E-81E8F47568A8}"/>
              </a:ext>
            </a:extLst>
          </p:cNvPr>
          <p:cNvSpPr/>
          <p:nvPr/>
        </p:nvSpPr>
        <p:spPr>
          <a:xfrm>
            <a:off x="4780017" y="2239034"/>
            <a:ext cx="26757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ku-Arab-IQ" sz="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نووسینی Prompt ی پیشەیی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A5FA847-C178-426E-835E-CA87C7F72119}"/>
              </a:ext>
            </a:extLst>
          </p:cNvPr>
          <p:cNvSpPr/>
          <p:nvPr/>
        </p:nvSpPr>
        <p:spPr>
          <a:xfrm>
            <a:off x="4475296" y="3051420"/>
            <a:ext cx="2999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ku-Arab-IQ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دروستکردنی نامە، ئیمەیل و گرێبەست</a:t>
            </a:r>
            <a:endParaRPr lang="en-US" sz="1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844DAFB-559F-4A9F-A8AA-93E0C13E59D7}"/>
              </a:ext>
            </a:extLst>
          </p:cNvPr>
          <p:cNvSpPr/>
          <p:nvPr/>
        </p:nvSpPr>
        <p:spPr>
          <a:xfrm>
            <a:off x="6453552" y="3807204"/>
            <a:ext cx="10021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ku-Arab-IQ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کۆفی برێک</a:t>
            </a:r>
            <a:endParaRPr lang="en-US" sz="1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B6DC17C-5F17-4ACB-8C35-776D8533E9C4}"/>
              </a:ext>
            </a:extLst>
          </p:cNvPr>
          <p:cNvSpPr/>
          <p:nvPr/>
        </p:nvSpPr>
        <p:spPr>
          <a:xfrm>
            <a:off x="760380" y="2268611"/>
            <a:ext cx="30828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ku-Arab-IQ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دروستکردنی پلانی فرۆشتن و مارکێتینگ</a:t>
            </a:r>
            <a:endParaRPr lang="en-US" sz="1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A020B4-1B3D-45E5-9482-86E4CD2FAFE7}"/>
              </a:ext>
            </a:extLst>
          </p:cNvPr>
          <p:cNvSpPr/>
          <p:nvPr/>
        </p:nvSpPr>
        <p:spPr>
          <a:xfrm>
            <a:off x="756448" y="3065465"/>
            <a:ext cx="30989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ku-Arab-IQ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Workflow ی خۆکار بە AI و Google</a:t>
            </a:r>
            <a:endParaRPr lang="en-US" sz="1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67"/>
          <p:cNvSpPr/>
          <p:nvPr/>
        </p:nvSpPr>
        <p:spPr>
          <a:xfrm>
            <a:off x="1660850" y="1885358"/>
            <a:ext cx="1372800" cy="1372800"/>
          </a:xfrm>
          <a:prstGeom prst="ellipse">
            <a:avLst/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4" name="Google Shape;724;p67"/>
          <p:cNvSpPr txBox="1">
            <a:spLocks noGrp="1"/>
          </p:cNvSpPr>
          <p:nvPr>
            <p:ph type="title"/>
          </p:nvPr>
        </p:nvSpPr>
        <p:spPr>
          <a:xfrm>
            <a:off x="3297400" y="1352425"/>
            <a:ext cx="4319100" cy="17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نووسینی Prompt ی پیشەیی</a:t>
            </a:r>
            <a:endParaRPr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5" name="Google Shape;725;p67"/>
          <p:cNvSpPr txBox="1">
            <a:spLocks noGrp="1"/>
          </p:cNvSpPr>
          <p:nvPr>
            <p:ph type="subTitle" idx="1"/>
          </p:nvPr>
        </p:nvSpPr>
        <p:spPr>
          <a:xfrm>
            <a:off x="3297400" y="3015800"/>
            <a:ext cx="30687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بنەمای هەموو کارێکی AI؛ ئەگەر پرسیارەکەت باش بێت، وەڵامەکەش باش دەبێت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6" name="Google Shape;726;p67"/>
          <p:cNvSpPr txBox="1">
            <a:spLocks noGrp="1"/>
          </p:cNvSpPr>
          <p:nvPr>
            <p:ph type="title" idx="2"/>
          </p:nvPr>
        </p:nvSpPr>
        <p:spPr>
          <a:xfrm>
            <a:off x="1527500" y="2146350"/>
            <a:ext cx="1639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١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4" name="Google Shape;3854;p119"/>
          <p:cNvSpPr txBox="1">
            <a:spLocks noGrp="1"/>
          </p:cNvSpPr>
          <p:nvPr>
            <p:ph type="body" idx="1"/>
          </p:nvPr>
        </p:nvSpPr>
        <p:spPr>
          <a:xfrm>
            <a:off x="1671300" y="1882538"/>
            <a:ext cx="58014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١. ڕۆڵ (Role) دیاریبکە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پێش هەموو شتێک بە AI بڵێ وەک چ کەسێک بجوڵێتەوە، بۆ نموونە: «وەک شارەزایەکی مارکێتینگ» یان «وەک نووسەرێکی ڕەسمی»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17500" algn="r" rtl="1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٢. ئەرکەکە بە ڕوونی بنووسە (Task)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17500" algn="r" rtl="1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دیاریبکە بە وردی چی دەتەوێت؛ گشتی مەبە، وردەکاری زیاتر بدە باشترە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17500" algn="r" rtl="1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٣. زانیاری پاشبنەما بدە (Context)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r" rtl="1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کێ ئۆدیانسە، بۆچی پێویستە، چی زانیاری پێشووتر هەیە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٤. فۆرمات و درێژی دیاریبکە</a:t>
            </a:r>
          </a:p>
          <a:p>
            <a:pPr algn="r" rtl="1"/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لیستە بێت یان خشتە؟ چەند وشە؟ فەرمی یان ئاسایی؟</a:t>
            </a:r>
          </a:p>
          <a:p>
            <a:pPr algn="r" rtl="1"/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٥. نموونە بدە ئەگەر بەردەستە</a:t>
            </a:r>
          </a:p>
          <a:p>
            <a:pPr algn="r" rtl="1"/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نموونەیەکی وەک ئەوەی دەتەوێت پیشانی بدە، AI شێوازەکە فێردەبێت</a:t>
            </a:r>
          </a:p>
        </p:txBody>
      </p:sp>
      <p:sp>
        <p:nvSpPr>
          <p:cNvPr id="3855" name="Google Shape;3855;p119"/>
          <p:cNvSpPr txBox="1">
            <a:spLocks noGrp="1"/>
          </p:cNvSpPr>
          <p:nvPr>
            <p:ph type="title"/>
          </p:nvPr>
        </p:nvSpPr>
        <p:spPr>
          <a:xfrm>
            <a:off x="1671300" y="1157363"/>
            <a:ext cx="5801400" cy="7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بنەماکانی نووسینی پرۆمپتێکی باش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856" name="Google Shape;3856;p119"/>
          <p:cNvGrpSpPr/>
          <p:nvPr/>
        </p:nvGrpSpPr>
        <p:grpSpPr>
          <a:xfrm>
            <a:off x="975131" y="799475"/>
            <a:ext cx="780400" cy="357900"/>
            <a:chOff x="4598506" y="471425"/>
            <a:chExt cx="780400" cy="357900"/>
          </a:xfrm>
        </p:grpSpPr>
        <p:sp>
          <p:nvSpPr>
            <p:cNvPr id="3857" name="Google Shape;3857;p119"/>
            <p:cNvSpPr/>
            <p:nvPr/>
          </p:nvSpPr>
          <p:spPr>
            <a:xfrm rot="5400000">
              <a:off x="50381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58" name="Google Shape;3858;p119"/>
            <p:cNvSpPr/>
            <p:nvPr/>
          </p:nvSpPr>
          <p:spPr>
            <a:xfrm rot="5400000">
              <a:off x="45814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859" name="Google Shape;3859;p119"/>
          <p:cNvGrpSpPr/>
          <p:nvPr/>
        </p:nvGrpSpPr>
        <p:grpSpPr>
          <a:xfrm>
            <a:off x="7541131" y="4146125"/>
            <a:ext cx="780400" cy="357900"/>
            <a:chOff x="4598506" y="471425"/>
            <a:chExt cx="780400" cy="357900"/>
          </a:xfrm>
        </p:grpSpPr>
        <p:sp>
          <p:nvSpPr>
            <p:cNvPr id="3860" name="Google Shape;3860;p119"/>
            <p:cNvSpPr/>
            <p:nvPr/>
          </p:nvSpPr>
          <p:spPr>
            <a:xfrm rot="5400000">
              <a:off x="50381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61" name="Google Shape;3861;p119"/>
            <p:cNvSpPr/>
            <p:nvPr/>
          </p:nvSpPr>
          <p:spPr>
            <a:xfrm rot="5400000">
              <a:off x="45814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9" name="Google Shape;3639;p112"/>
          <p:cNvSpPr txBox="1">
            <a:spLocks noGrp="1"/>
          </p:cNvSpPr>
          <p:nvPr>
            <p:ph type="title" idx="4"/>
          </p:nvPr>
        </p:nvSpPr>
        <p:spPr>
          <a:xfrm>
            <a:off x="799867" y="27585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نموونەی پێش و دوای باشکردنی پرۆمپت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40" name="Google Shape;3640;p112"/>
          <p:cNvSpPr txBox="1">
            <a:spLocks noGrp="1"/>
          </p:cNvSpPr>
          <p:nvPr>
            <p:ph type="title"/>
          </p:nvPr>
        </p:nvSpPr>
        <p:spPr>
          <a:xfrm>
            <a:off x="720000" y="2833207"/>
            <a:ext cx="22503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پرۆمپتی لاواز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41" name="Google Shape;3641;p112"/>
          <p:cNvSpPr txBox="1">
            <a:spLocks noGrp="1"/>
          </p:cNvSpPr>
          <p:nvPr>
            <p:ph type="title" idx="2"/>
          </p:nvPr>
        </p:nvSpPr>
        <p:spPr>
          <a:xfrm>
            <a:off x="6254467" y="2829393"/>
            <a:ext cx="22494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پرۆمپتی باش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42" name="Google Shape;3642;p112"/>
          <p:cNvSpPr txBox="1">
            <a:spLocks noGrp="1"/>
          </p:cNvSpPr>
          <p:nvPr>
            <p:ph type="subTitle" idx="1"/>
          </p:nvPr>
        </p:nvSpPr>
        <p:spPr>
          <a:xfrm>
            <a:off x="6254624" y="3335319"/>
            <a:ext cx="2249400" cy="12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«وەک بەڕێوەبەری خزمەتگوزاری کڕیار، نامەیەکی فەرمی بنووسە بۆ کڕیارێک کە دواکەوتنی گەیاندنی بارگەکەی ڕوون بکەیتەوە، بە شێوەیەکی بەڕێز و کورت، نەک زیاتر لە ١٠٠ وشە، و لە کۆتاییدا داوای لێبوردن بکە»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ئەنجام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پرۆمپتی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دووەم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دەرئەنجامێکی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ئامادە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و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ڕاستەوخۆ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بەکارهێنراو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دەدات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،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بەبێ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پێویست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بە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دووبارە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دەستکاریکردنەوە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43" name="Google Shape;3643;p112"/>
          <p:cNvSpPr txBox="1">
            <a:spLocks noGrp="1"/>
          </p:cNvSpPr>
          <p:nvPr>
            <p:ph type="subTitle" idx="3"/>
          </p:nvPr>
        </p:nvSpPr>
        <p:spPr>
          <a:xfrm>
            <a:off x="720157" y="3341981"/>
            <a:ext cx="2250300" cy="12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«نامەیەکم بۆ بنووسە»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644" name="Google Shape;3644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2857" y="951012"/>
            <a:ext cx="2899345" cy="32414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45" name="Google Shape;3645;p112"/>
          <p:cNvGrpSpPr/>
          <p:nvPr/>
        </p:nvGrpSpPr>
        <p:grpSpPr>
          <a:xfrm>
            <a:off x="2088964" y="1292725"/>
            <a:ext cx="1123050" cy="1127525"/>
            <a:chOff x="2601750" y="1612625"/>
            <a:chExt cx="1123050" cy="1127525"/>
          </a:xfrm>
        </p:grpSpPr>
        <p:sp>
          <p:nvSpPr>
            <p:cNvPr id="3646" name="Google Shape;3646;p112"/>
            <p:cNvSpPr/>
            <p:nvPr/>
          </p:nvSpPr>
          <p:spPr>
            <a:xfrm>
              <a:off x="2601750" y="1612625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47" name="Google Shape;3647;p112"/>
            <p:cNvSpPr/>
            <p:nvPr/>
          </p:nvSpPr>
          <p:spPr>
            <a:xfrm>
              <a:off x="2691600" y="1709950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648" name="Google Shape;3648;p112"/>
          <p:cNvGrpSpPr/>
          <p:nvPr/>
        </p:nvGrpSpPr>
        <p:grpSpPr>
          <a:xfrm>
            <a:off x="5373157" y="3001850"/>
            <a:ext cx="1123050" cy="1127525"/>
            <a:chOff x="2601750" y="1612625"/>
            <a:chExt cx="1123050" cy="1127525"/>
          </a:xfrm>
        </p:grpSpPr>
        <p:sp>
          <p:nvSpPr>
            <p:cNvPr id="3649" name="Google Shape;3649;p112"/>
            <p:cNvSpPr/>
            <p:nvPr/>
          </p:nvSpPr>
          <p:spPr>
            <a:xfrm>
              <a:off x="2601750" y="1612625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50" name="Google Shape;3650;p112"/>
            <p:cNvSpPr/>
            <p:nvPr/>
          </p:nvSpPr>
          <p:spPr>
            <a:xfrm>
              <a:off x="2691600" y="1709950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651" name="Google Shape;3651;p112"/>
          <p:cNvGrpSpPr/>
          <p:nvPr/>
        </p:nvGrpSpPr>
        <p:grpSpPr>
          <a:xfrm rot="10800000">
            <a:off x="-11" y="2223662"/>
            <a:ext cx="2046769" cy="381707"/>
            <a:chOff x="1298650" y="3255600"/>
            <a:chExt cx="3427850" cy="639375"/>
          </a:xfrm>
        </p:grpSpPr>
        <p:sp>
          <p:nvSpPr>
            <p:cNvPr id="3652" name="Google Shape;3652;p112"/>
            <p:cNvSpPr/>
            <p:nvPr/>
          </p:nvSpPr>
          <p:spPr>
            <a:xfrm>
              <a:off x="1483200" y="3347875"/>
              <a:ext cx="3243300" cy="547100"/>
            </a:xfrm>
            <a:custGeom>
              <a:avLst/>
              <a:gdLst/>
              <a:ahLst/>
              <a:cxnLst/>
              <a:rect l="l" t="t" r="r" b="b"/>
              <a:pathLst>
                <a:path w="129732" h="21884" fill="none" extrusionOk="0">
                  <a:moveTo>
                    <a:pt x="129731" y="11311"/>
                  </a:moveTo>
                  <a:lnTo>
                    <a:pt x="100335" y="11311"/>
                  </a:lnTo>
                  <a:lnTo>
                    <a:pt x="89738" y="21884"/>
                  </a:lnTo>
                  <a:lnTo>
                    <a:pt x="34529" y="21884"/>
                  </a:lnTo>
                  <a:lnTo>
                    <a:pt x="12633" y="0"/>
                  </a:ln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53" name="Google Shape;3653;p112"/>
            <p:cNvSpPr/>
            <p:nvPr/>
          </p:nvSpPr>
          <p:spPr>
            <a:xfrm>
              <a:off x="1298650" y="3255600"/>
              <a:ext cx="184575" cy="184850"/>
            </a:xfrm>
            <a:custGeom>
              <a:avLst/>
              <a:gdLst/>
              <a:ahLst/>
              <a:cxnLst/>
              <a:rect l="l" t="t" r="r" b="b"/>
              <a:pathLst>
                <a:path w="7383" h="7394" fill="none" extrusionOk="0">
                  <a:moveTo>
                    <a:pt x="1" y="3691"/>
                  </a:moveTo>
                  <a:cubicBezTo>
                    <a:pt x="1" y="1643"/>
                    <a:pt x="1644" y="0"/>
                    <a:pt x="3692" y="0"/>
                  </a:cubicBezTo>
                  <a:cubicBezTo>
                    <a:pt x="5728" y="0"/>
                    <a:pt x="7383" y="1643"/>
                    <a:pt x="7383" y="3691"/>
                  </a:cubicBezTo>
                  <a:cubicBezTo>
                    <a:pt x="7383" y="5727"/>
                    <a:pt x="5728" y="7382"/>
                    <a:pt x="3692" y="7382"/>
                  </a:cubicBezTo>
                  <a:cubicBezTo>
                    <a:pt x="1644" y="7394"/>
                    <a:pt x="1" y="5727"/>
                    <a:pt x="1" y="36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654" name="Google Shape;3654;p112"/>
          <p:cNvGrpSpPr/>
          <p:nvPr/>
        </p:nvGrpSpPr>
        <p:grpSpPr>
          <a:xfrm rot="10800000" flipH="1">
            <a:off x="7098289" y="2223662"/>
            <a:ext cx="2046769" cy="381707"/>
            <a:chOff x="1298650" y="3255600"/>
            <a:chExt cx="3427850" cy="639375"/>
          </a:xfrm>
        </p:grpSpPr>
        <p:sp>
          <p:nvSpPr>
            <p:cNvPr id="3655" name="Google Shape;3655;p112"/>
            <p:cNvSpPr/>
            <p:nvPr/>
          </p:nvSpPr>
          <p:spPr>
            <a:xfrm>
              <a:off x="1483200" y="3347875"/>
              <a:ext cx="3243300" cy="547100"/>
            </a:xfrm>
            <a:custGeom>
              <a:avLst/>
              <a:gdLst/>
              <a:ahLst/>
              <a:cxnLst/>
              <a:rect l="l" t="t" r="r" b="b"/>
              <a:pathLst>
                <a:path w="129732" h="21884" fill="none" extrusionOk="0">
                  <a:moveTo>
                    <a:pt x="129731" y="11311"/>
                  </a:moveTo>
                  <a:lnTo>
                    <a:pt x="100335" y="11311"/>
                  </a:lnTo>
                  <a:lnTo>
                    <a:pt x="89738" y="21884"/>
                  </a:lnTo>
                  <a:lnTo>
                    <a:pt x="34529" y="21884"/>
                  </a:lnTo>
                  <a:lnTo>
                    <a:pt x="12633" y="0"/>
                  </a:ln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56" name="Google Shape;3656;p112"/>
            <p:cNvSpPr/>
            <p:nvPr/>
          </p:nvSpPr>
          <p:spPr>
            <a:xfrm>
              <a:off x="1298650" y="3255600"/>
              <a:ext cx="184575" cy="184850"/>
            </a:xfrm>
            <a:custGeom>
              <a:avLst/>
              <a:gdLst/>
              <a:ahLst/>
              <a:cxnLst/>
              <a:rect l="l" t="t" r="r" b="b"/>
              <a:pathLst>
                <a:path w="7383" h="7394" fill="none" extrusionOk="0">
                  <a:moveTo>
                    <a:pt x="1" y="3691"/>
                  </a:moveTo>
                  <a:cubicBezTo>
                    <a:pt x="1" y="1643"/>
                    <a:pt x="1644" y="0"/>
                    <a:pt x="3692" y="0"/>
                  </a:cubicBezTo>
                  <a:cubicBezTo>
                    <a:pt x="5728" y="0"/>
                    <a:pt x="7383" y="1643"/>
                    <a:pt x="7383" y="3691"/>
                  </a:cubicBezTo>
                  <a:cubicBezTo>
                    <a:pt x="7383" y="5727"/>
                    <a:pt x="5728" y="7382"/>
                    <a:pt x="3692" y="7382"/>
                  </a:cubicBezTo>
                  <a:cubicBezTo>
                    <a:pt x="1644" y="7394"/>
                    <a:pt x="1" y="5727"/>
                    <a:pt x="1" y="36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657" name="Google Shape;3657;p112"/>
          <p:cNvGrpSpPr/>
          <p:nvPr/>
        </p:nvGrpSpPr>
        <p:grpSpPr>
          <a:xfrm>
            <a:off x="2421070" y="1679107"/>
            <a:ext cx="368987" cy="363666"/>
            <a:chOff x="-64774725" y="1916550"/>
            <a:chExt cx="319000" cy="314400"/>
          </a:xfrm>
        </p:grpSpPr>
        <p:sp>
          <p:nvSpPr>
            <p:cNvPr id="3658" name="Google Shape;3658;p112"/>
            <p:cNvSpPr/>
            <p:nvPr/>
          </p:nvSpPr>
          <p:spPr>
            <a:xfrm>
              <a:off x="-64774725" y="1916550"/>
              <a:ext cx="319000" cy="314400"/>
            </a:xfrm>
            <a:custGeom>
              <a:avLst/>
              <a:gdLst/>
              <a:ahLst/>
              <a:cxnLst/>
              <a:rect l="l" t="t" r="r" b="b"/>
              <a:pathLst>
                <a:path w="12760" h="12576" extrusionOk="0">
                  <a:moveTo>
                    <a:pt x="11436" y="856"/>
                  </a:moveTo>
                  <a:cubicBezTo>
                    <a:pt x="11562" y="856"/>
                    <a:pt x="11657" y="888"/>
                    <a:pt x="11783" y="951"/>
                  </a:cubicBezTo>
                  <a:cubicBezTo>
                    <a:pt x="11877" y="1077"/>
                    <a:pt x="11940" y="1203"/>
                    <a:pt x="11909" y="1329"/>
                  </a:cubicBezTo>
                  <a:cubicBezTo>
                    <a:pt x="11814" y="2431"/>
                    <a:pt x="11562" y="3440"/>
                    <a:pt x="11090" y="4416"/>
                  </a:cubicBezTo>
                  <a:lnTo>
                    <a:pt x="8317" y="1675"/>
                  </a:lnTo>
                  <a:cubicBezTo>
                    <a:pt x="9263" y="1234"/>
                    <a:pt x="10334" y="951"/>
                    <a:pt x="11436" y="856"/>
                  </a:cubicBezTo>
                  <a:close/>
                  <a:moveTo>
                    <a:pt x="3781" y="4542"/>
                  </a:moveTo>
                  <a:lnTo>
                    <a:pt x="3781" y="4542"/>
                  </a:lnTo>
                  <a:cubicBezTo>
                    <a:pt x="3529" y="4983"/>
                    <a:pt x="3245" y="5456"/>
                    <a:pt x="3056" y="5960"/>
                  </a:cubicBezTo>
                  <a:cubicBezTo>
                    <a:pt x="2878" y="5949"/>
                    <a:pt x="2699" y="5942"/>
                    <a:pt x="2522" y="5942"/>
                  </a:cubicBezTo>
                  <a:cubicBezTo>
                    <a:pt x="2167" y="5942"/>
                    <a:pt x="1817" y="5970"/>
                    <a:pt x="1481" y="6054"/>
                  </a:cubicBezTo>
                  <a:cubicBezTo>
                    <a:pt x="1544" y="5928"/>
                    <a:pt x="1670" y="5802"/>
                    <a:pt x="1733" y="5739"/>
                  </a:cubicBezTo>
                  <a:cubicBezTo>
                    <a:pt x="2331" y="5141"/>
                    <a:pt x="2993" y="4731"/>
                    <a:pt x="3781" y="4542"/>
                  </a:cubicBezTo>
                  <a:close/>
                  <a:moveTo>
                    <a:pt x="7561" y="2022"/>
                  </a:moveTo>
                  <a:lnTo>
                    <a:pt x="10680" y="5141"/>
                  </a:lnTo>
                  <a:cubicBezTo>
                    <a:pt x="9546" y="7157"/>
                    <a:pt x="7687" y="8669"/>
                    <a:pt x="5419" y="9331"/>
                  </a:cubicBezTo>
                  <a:lnTo>
                    <a:pt x="3403" y="7346"/>
                  </a:lnTo>
                  <a:cubicBezTo>
                    <a:pt x="4064" y="5109"/>
                    <a:pt x="5576" y="3219"/>
                    <a:pt x="7561" y="2022"/>
                  </a:cubicBezTo>
                  <a:close/>
                  <a:moveTo>
                    <a:pt x="2899" y="8008"/>
                  </a:moveTo>
                  <a:lnTo>
                    <a:pt x="4789" y="9898"/>
                  </a:lnTo>
                  <a:lnTo>
                    <a:pt x="4316" y="10623"/>
                  </a:lnTo>
                  <a:lnTo>
                    <a:pt x="2142" y="8449"/>
                  </a:lnTo>
                  <a:lnTo>
                    <a:pt x="2899" y="8008"/>
                  </a:lnTo>
                  <a:close/>
                  <a:moveTo>
                    <a:pt x="2363" y="9867"/>
                  </a:moveTo>
                  <a:lnTo>
                    <a:pt x="2899" y="10371"/>
                  </a:lnTo>
                  <a:cubicBezTo>
                    <a:pt x="2741" y="10497"/>
                    <a:pt x="2520" y="10654"/>
                    <a:pt x="2300" y="10780"/>
                  </a:cubicBezTo>
                  <a:cubicBezTo>
                    <a:pt x="1985" y="10969"/>
                    <a:pt x="1733" y="11095"/>
                    <a:pt x="1638" y="11127"/>
                  </a:cubicBezTo>
                  <a:cubicBezTo>
                    <a:pt x="1701" y="10969"/>
                    <a:pt x="1796" y="10780"/>
                    <a:pt x="1985" y="10465"/>
                  </a:cubicBezTo>
                  <a:cubicBezTo>
                    <a:pt x="2142" y="10213"/>
                    <a:pt x="2268" y="10024"/>
                    <a:pt x="2363" y="9867"/>
                  </a:cubicBezTo>
                  <a:close/>
                  <a:moveTo>
                    <a:pt x="8191" y="8984"/>
                  </a:moveTo>
                  <a:lnTo>
                    <a:pt x="8191" y="8984"/>
                  </a:lnTo>
                  <a:cubicBezTo>
                    <a:pt x="7971" y="9867"/>
                    <a:pt x="7467" y="10686"/>
                    <a:pt x="6711" y="11284"/>
                  </a:cubicBezTo>
                  <a:cubicBezTo>
                    <a:pt x="6837" y="10749"/>
                    <a:pt x="6837" y="10245"/>
                    <a:pt x="6774" y="9741"/>
                  </a:cubicBezTo>
                  <a:cubicBezTo>
                    <a:pt x="7309" y="9551"/>
                    <a:pt x="7782" y="9268"/>
                    <a:pt x="8191" y="8984"/>
                  </a:cubicBezTo>
                  <a:close/>
                  <a:moveTo>
                    <a:pt x="11509" y="1"/>
                  </a:moveTo>
                  <a:cubicBezTo>
                    <a:pt x="11474" y="1"/>
                    <a:pt x="11440" y="2"/>
                    <a:pt x="11405" y="6"/>
                  </a:cubicBezTo>
                  <a:cubicBezTo>
                    <a:pt x="10365" y="100"/>
                    <a:pt x="9389" y="321"/>
                    <a:pt x="8412" y="730"/>
                  </a:cubicBezTo>
                  <a:cubicBezTo>
                    <a:pt x="7498" y="1077"/>
                    <a:pt x="6616" y="1644"/>
                    <a:pt x="5797" y="2274"/>
                  </a:cubicBezTo>
                  <a:cubicBezTo>
                    <a:pt x="5324" y="2652"/>
                    <a:pt x="4852" y="3093"/>
                    <a:pt x="4474" y="3566"/>
                  </a:cubicBezTo>
                  <a:cubicBezTo>
                    <a:pt x="3245" y="3629"/>
                    <a:pt x="2048" y="4196"/>
                    <a:pt x="1166" y="5109"/>
                  </a:cubicBezTo>
                  <a:cubicBezTo>
                    <a:pt x="725" y="5519"/>
                    <a:pt x="378" y="6054"/>
                    <a:pt x="95" y="6590"/>
                  </a:cubicBezTo>
                  <a:cubicBezTo>
                    <a:pt x="0" y="6748"/>
                    <a:pt x="63" y="6937"/>
                    <a:pt x="158" y="7063"/>
                  </a:cubicBezTo>
                  <a:cubicBezTo>
                    <a:pt x="252" y="7157"/>
                    <a:pt x="378" y="7189"/>
                    <a:pt x="441" y="7189"/>
                  </a:cubicBezTo>
                  <a:cubicBezTo>
                    <a:pt x="536" y="7189"/>
                    <a:pt x="567" y="7189"/>
                    <a:pt x="630" y="7157"/>
                  </a:cubicBezTo>
                  <a:cubicBezTo>
                    <a:pt x="1198" y="6873"/>
                    <a:pt x="1842" y="6743"/>
                    <a:pt x="2471" y="6743"/>
                  </a:cubicBezTo>
                  <a:cubicBezTo>
                    <a:pt x="2540" y="6743"/>
                    <a:pt x="2609" y="6744"/>
                    <a:pt x="2678" y="6748"/>
                  </a:cubicBezTo>
                  <a:cubicBezTo>
                    <a:pt x="2647" y="6905"/>
                    <a:pt x="2615" y="7031"/>
                    <a:pt x="2584" y="7189"/>
                  </a:cubicBezTo>
                  <a:lnTo>
                    <a:pt x="1229" y="7976"/>
                  </a:lnTo>
                  <a:cubicBezTo>
                    <a:pt x="1008" y="8134"/>
                    <a:pt x="945" y="8449"/>
                    <a:pt x="1166" y="8606"/>
                  </a:cubicBezTo>
                  <a:lnTo>
                    <a:pt x="1733" y="9173"/>
                  </a:lnTo>
                  <a:cubicBezTo>
                    <a:pt x="1544" y="9425"/>
                    <a:pt x="1323" y="9772"/>
                    <a:pt x="1103" y="10119"/>
                  </a:cubicBezTo>
                  <a:cubicBezTo>
                    <a:pt x="945" y="10465"/>
                    <a:pt x="788" y="10717"/>
                    <a:pt x="725" y="10906"/>
                  </a:cubicBezTo>
                  <a:cubicBezTo>
                    <a:pt x="599" y="11316"/>
                    <a:pt x="630" y="11599"/>
                    <a:pt x="851" y="11788"/>
                  </a:cubicBezTo>
                  <a:cubicBezTo>
                    <a:pt x="981" y="11918"/>
                    <a:pt x="1144" y="11961"/>
                    <a:pt x="1320" y="11961"/>
                  </a:cubicBezTo>
                  <a:cubicBezTo>
                    <a:pt x="1443" y="11961"/>
                    <a:pt x="1572" y="11940"/>
                    <a:pt x="1701" y="11914"/>
                  </a:cubicBezTo>
                  <a:cubicBezTo>
                    <a:pt x="1953" y="11820"/>
                    <a:pt x="2174" y="11694"/>
                    <a:pt x="2489" y="11505"/>
                  </a:cubicBezTo>
                  <a:cubicBezTo>
                    <a:pt x="2836" y="11316"/>
                    <a:pt x="3151" y="11095"/>
                    <a:pt x="3434" y="10875"/>
                  </a:cubicBezTo>
                  <a:lnTo>
                    <a:pt x="4033" y="11473"/>
                  </a:lnTo>
                  <a:cubicBezTo>
                    <a:pt x="4116" y="11557"/>
                    <a:pt x="4225" y="11597"/>
                    <a:pt x="4330" y="11597"/>
                  </a:cubicBezTo>
                  <a:cubicBezTo>
                    <a:pt x="4464" y="11597"/>
                    <a:pt x="4593" y="11533"/>
                    <a:pt x="4663" y="11410"/>
                  </a:cubicBezTo>
                  <a:lnTo>
                    <a:pt x="5450" y="10056"/>
                  </a:lnTo>
                  <a:cubicBezTo>
                    <a:pt x="5608" y="10024"/>
                    <a:pt x="5734" y="9993"/>
                    <a:pt x="5892" y="9930"/>
                  </a:cubicBezTo>
                  <a:lnTo>
                    <a:pt x="5892" y="9930"/>
                  </a:lnTo>
                  <a:cubicBezTo>
                    <a:pt x="5923" y="10591"/>
                    <a:pt x="5797" y="11316"/>
                    <a:pt x="5482" y="11977"/>
                  </a:cubicBezTo>
                  <a:cubicBezTo>
                    <a:pt x="5419" y="12135"/>
                    <a:pt x="5450" y="12324"/>
                    <a:pt x="5576" y="12450"/>
                  </a:cubicBezTo>
                  <a:cubicBezTo>
                    <a:pt x="5639" y="12534"/>
                    <a:pt x="5759" y="12576"/>
                    <a:pt x="5878" y="12576"/>
                  </a:cubicBezTo>
                  <a:cubicBezTo>
                    <a:pt x="5937" y="12576"/>
                    <a:pt x="5997" y="12565"/>
                    <a:pt x="6049" y="12544"/>
                  </a:cubicBezTo>
                  <a:cubicBezTo>
                    <a:pt x="6585" y="12261"/>
                    <a:pt x="7089" y="11914"/>
                    <a:pt x="7530" y="11473"/>
                  </a:cubicBezTo>
                  <a:cubicBezTo>
                    <a:pt x="8443" y="10560"/>
                    <a:pt x="8979" y="9394"/>
                    <a:pt x="9074" y="8165"/>
                  </a:cubicBezTo>
                  <a:cubicBezTo>
                    <a:pt x="9546" y="7756"/>
                    <a:pt x="9987" y="7346"/>
                    <a:pt x="10365" y="6811"/>
                  </a:cubicBezTo>
                  <a:cubicBezTo>
                    <a:pt x="11027" y="5991"/>
                    <a:pt x="11562" y="5141"/>
                    <a:pt x="11940" y="4227"/>
                  </a:cubicBezTo>
                  <a:cubicBezTo>
                    <a:pt x="12350" y="3282"/>
                    <a:pt x="12571" y="2242"/>
                    <a:pt x="12665" y="1234"/>
                  </a:cubicBezTo>
                  <a:cubicBezTo>
                    <a:pt x="12760" y="1014"/>
                    <a:pt x="12665" y="636"/>
                    <a:pt x="12382" y="384"/>
                  </a:cubicBezTo>
                  <a:cubicBezTo>
                    <a:pt x="12126" y="128"/>
                    <a:pt x="11820" y="1"/>
                    <a:pt x="115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59" name="Google Shape;3659;p112"/>
            <p:cNvSpPr/>
            <p:nvPr/>
          </p:nvSpPr>
          <p:spPr>
            <a:xfrm>
              <a:off x="-64636900" y="2010600"/>
              <a:ext cx="89800" cy="82525"/>
            </a:xfrm>
            <a:custGeom>
              <a:avLst/>
              <a:gdLst/>
              <a:ahLst/>
              <a:cxnLst/>
              <a:rect l="l" t="t" r="r" b="b"/>
              <a:pathLst>
                <a:path w="3592" h="3301" extrusionOk="0">
                  <a:moveTo>
                    <a:pt x="1828" y="827"/>
                  </a:moveTo>
                  <a:cubicBezTo>
                    <a:pt x="2048" y="827"/>
                    <a:pt x="2269" y="906"/>
                    <a:pt x="2426" y="1064"/>
                  </a:cubicBezTo>
                  <a:cubicBezTo>
                    <a:pt x="2741" y="1410"/>
                    <a:pt x="2741" y="1914"/>
                    <a:pt x="2426" y="2229"/>
                  </a:cubicBezTo>
                  <a:cubicBezTo>
                    <a:pt x="2269" y="2387"/>
                    <a:pt x="2048" y="2466"/>
                    <a:pt x="1828" y="2466"/>
                  </a:cubicBezTo>
                  <a:cubicBezTo>
                    <a:pt x="1607" y="2466"/>
                    <a:pt x="1387" y="2387"/>
                    <a:pt x="1229" y="2229"/>
                  </a:cubicBezTo>
                  <a:cubicBezTo>
                    <a:pt x="914" y="1914"/>
                    <a:pt x="914" y="1379"/>
                    <a:pt x="1229" y="1064"/>
                  </a:cubicBezTo>
                  <a:cubicBezTo>
                    <a:pt x="1387" y="906"/>
                    <a:pt x="1607" y="827"/>
                    <a:pt x="1828" y="827"/>
                  </a:cubicBezTo>
                  <a:close/>
                  <a:moveTo>
                    <a:pt x="1820" y="0"/>
                  </a:moveTo>
                  <a:cubicBezTo>
                    <a:pt x="1402" y="0"/>
                    <a:pt x="977" y="166"/>
                    <a:pt x="631" y="497"/>
                  </a:cubicBezTo>
                  <a:cubicBezTo>
                    <a:pt x="0" y="1127"/>
                    <a:pt x="0" y="2198"/>
                    <a:pt x="631" y="2828"/>
                  </a:cubicBezTo>
                  <a:cubicBezTo>
                    <a:pt x="946" y="3143"/>
                    <a:pt x="1371" y="3301"/>
                    <a:pt x="1796" y="3301"/>
                  </a:cubicBezTo>
                  <a:cubicBezTo>
                    <a:pt x="2222" y="3301"/>
                    <a:pt x="2647" y="3143"/>
                    <a:pt x="2962" y="2828"/>
                  </a:cubicBezTo>
                  <a:cubicBezTo>
                    <a:pt x="3592" y="2198"/>
                    <a:pt x="3592" y="1127"/>
                    <a:pt x="2962" y="497"/>
                  </a:cubicBezTo>
                  <a:cubicBezTo>
                    <a:pt x="2647" y="166"/>
                    <a:pt x="2237" y="0"/>
                    <a:pt x="1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660" name="Google Shape;3660;p112"/>
          <p:cNvSpPr/>
          <p:nvPr/>
        </p:nvSpPr>
        <p:spPr>
          <a:xfrm>
            <a:off x="5774783" y="3382478"/>
            <a:ext cx="319799" cy="366269"/>
          </a:xfrm>
          <a:custGeom>
            <a:avLst/>
            <a:gdLst/>
            <a:ahLst/>
            <a:cxnLst/>
            <a:rect l="l" t="t" r="r" b="b"/>
            <a:pathLst>
              <a:path w="11059" h="12666" extrusionOk="0">
                <a:moveTo>
                  <a:pt x="4285" y="789"/>
                </a:moveTo>
                <a:cubicBezTo>
                  <a:pt x="4758" y="789"/>
                  <a:pt x="5136" y="1135"/>
                  <a:pt x="5136" y="1608"/>
                </a:cubicBezTo>
                <a:lnTo>
                  <a:pt x="5136" y="4128"/>
                </a:lnTo>
                <a:cubicBezTo>
                  <a:pt x="4190" y="4317"/>
                  <a:pt x="3466" y="5168"/>
                  <a:pt x="3466" y="6144"/>
                </a:cubicBezTo>
                <a:cubicBezTo>
                  <a:pt x="3466" y="6365"/>
                  <a:pt x="3655" y="6585"/>
                  <a:pt x="3907" y="6585"/>
                </a:cubicBezTo>
                <a:cubicBezTo>
                  <a:pt x="4127" y="6585"/>
                  <a:pt x="4285" y="6365"/>
                  <a:pt x="4285" y="6144"/>
                </a:cubicBezTo>
                <a:cubicBezTo>
                  <a:pt x="4285" y="5577"/>
                  <a:pt x="4663" y="5168"/>
                  <a:pt x="5136" y="4947"/>
                </a:cubicBezTo>
                <a:lnTo>
                  <a:pt x="5136" y="8192"/>
                </a:lnTo>
                <a:cubicBezTo>
                  <a:pt x="5136" y="8665"/>
                  <a:pt x="4758" y="9011"/>
                  <a:pt x="4285" y="9011"/>
                </a:cubicBezTo>
                <a:cubicBezTo>
                  <a:pt x="3938" y="9011"/>
                  <a:pt x="3592" y="8791"/>
                  <a:pt x="3497" y="8381"/>
                </a:cubicBezTo>
                <a:cubicBezTo>
                  <a:pt x="3434" y="8318"/>
                  <a:pt x="3277" y="8192"/>
                  <a:pt x="3119" y="8192"/>
                </a:cubicBezTo>
                <a:cubicBezTo>
                  <a:pt x="2962" y="8192"/>
                  <a:pt x="2899" y="8255"/>
                  <a:pt x="2647" y="8255"/>
                </a:cubicBezTo>
                <a:cubicBezTo>
                  <a:pt x="1544" y="8255"/>
                  <a:pt x="1544" y="6617"/>
                  <a:pt x="2647" y="6617"/>
                </a:cubicBezTo>
                <a:cubicBezTo>
                  <a:pt x="2867" y="6617"/>
                  <a:pt x="3025" y="6428"/>
                  <a:pt x="3025" y="6176"/>
                </a:cubicBezTo>
                <a:cubicBezTo>
                  <a:pt x="3025" y="5955"/>
                  <a:pt x="2836" y="5735"/>
                  <a:pt x="2647" y="5735"/>
                </a:cubicBezTo>
                <a:cubicBezTo>
                  <a:pt x="2080" y="5735"/>
                  <a:pt x="1607" y="6018"/>
                  <a:pt x="1292" y="6428"/>
                </a:cubicBezTo>
                <a:cubicBezTo>
                  <a:pt x="1103" y="6270"/>
                  <a:pt x="977" y="6018"/>
                  <a:pt x="977" y="5735"/>
                </a:cubicBezTo>
                <a:cubicBezTo>
                  <a:pt x="977" y="5483"/>
                  <a:pt x="1103" y="5325"/>
                  <a:pt x="1166" y="5199"/>
                </a:cubicBezTo>
                <a:cubicBezTo>
                  <a:pt x="1323" y="5042"/>
                  <a:pt x="1323" y="4790"/>
                  <a:pt x="1166" y="4632"/>
                </a:cubicBezTo>
                <a:cubicBezTo>
                  <a:pt x="662" y="4097"/>
                  <a:pt x="1103" y="3277"/>
                  <a:pt x="1828" y="3277"/>
                </a:cubicBezTo>
                <a:cubicBezTo>
                  <a:pt x="2048" y="3277"/>
                  <a:pt x="2237" y="3340"/>
                  <a:pt x="2395" y="3498"/>
                </a:cubicBezTo>
                <a:cubicBezTo>
                  <a:pt x="2473" y="3577"/>
                  <a:pt x="2584" y="3616"/>
                  <a:pt x="2694" y="3616"/>
                </a:cubicBezTo>
                <a:cubicBezTo>
                  <a:pt x="2804" y="3616"/>
                  <a:pt x="2914" y="3577"/>
                  <a:pt x="2993" y="3498"/>
                </a:cubicBezTo>
                <a:cubicBezTo>
                  <a:pt x="3151" y="3340"/>
                  <a:pt x="3151" y="3057"/>
                  <a:pt x="2993" y="2899"/>
                </a:cubicBezTo>
                <a:cubicBezTo>
                  <a:pt x="2678" y="2584"/>
                  <a:pt x="2269" y="2427"/>
                  <a:pt x="1828" y="2427"/>
                </a:cubicBezTo>
                <a:cubicBezTo>
                  <a:pt x="1828" y="1954"/>
                  <a:pt x="2174" y="1608"/>
                  <a:pt x="2647" y="1608"/>
                </a:cubicBezTo>
                <a:cubicBezTo>
                  <a:pt x="2773" y="1608"/>
                  <a:pt x="2836" y="1639"/>
                  <a:pt x="2962" y="1702"/>
                </a:cubicBezTo>
                <a:cubicBezTo>
                  <a:pt x="3000" y="1713"/>
                  <a:pt x="3040" y="1718"/>
                  <a:pt x="3079" y="1718"/>
                </a:cubicBezTo>
                <a:cubicBezTo>
                  <a:pt x="3264" y="1718"/>
                  <a:pt x="3445" y="1601"/>
                  <a:pt x="3497" y="1419"/>
                </a:cubicBezTo>
                <a:cubicBezTo>
                  <a:pt x="3592" y="1072"/>
                  <a:pt x="3938" y="789"/>
                  <a:pt x="4285" y="789"/>
                </a:cubicBezTo>
                <a:close/>
                <a:moveTo>
                  <a:pt x="6711" y="915"/>
                </a:moveTo>
                <a:cubicBezTo>
                  <a:pt x="7057" y="915"/>
                  <a:pt x="7404" y="1135"/>
                  <a:pt x="7498" y="1545"/>
                </a:cubicBezTo>
                <a:cubicBezTo>
                  <a:pt x="7547" y="1715"/>
                  <a:pt x="7708" y="1828"/>
                  <a:pt x="7880" y="1828"/>
                </a:cubicBezTo>
                <a:cubicBezTo>
                  <a:pt x="7931" y="1828"/>
                  <a:pt x="7983" y="1818"/>
                  <a:pt x="8034" y="1797"/>
                </a:cubicBezTo>
                <a:cubicBezTo>
                  <a:pt x="8160" y="1765"/>
                  <a:pt x="8223" y="1734"/>
                  <a:pt x="8349" y="1734"/>
                </a:cubicBezTo>
                <a:cubicBezTo>
                  <a:pt x="8822" y="1734"/>
                  <a:pt x="9168" y="2080"/>
                  <a:pt x="9168" y="2553"/>
                </a:cubicBezTo>
                <a:cubicBezTo>
                  <a:pt x="8759" y="2553"/>
                  <a:pt x="8318" y="2710"/>
                  <a:pt x="8003" y="3025"/>
                </a:cubicBezTo>
                <a:cubicBezTo>
                  <a:pt x="7845" y="3183"/>
                  <a:pt x="7845" y="3467"/>
                  <a:pt x="8003" y="3624"/>
                </a:cubicBezTo>
                <a:cubicBezTo>
                  <a:pt x="8081" y="3703"/>
                  <a:pt x="8192" y="3742"/>
                  <a:pt x="8302" y="3742"/>
                </a:cubicBezTo>
                <a:cubicBezTo>
                  <a:pt x="8412" y="3742"/>
                  <a:pt x="8522" y="3703"/>
                  <a:pt x="8601" y="3624"/>
                </a:cubicBezTo>
                <a:cubicBezTo>
                  <a:pt x="8759" y="3467"/>
                  <a:pt x="8948" y="3372"/>
                  <a:pt x="9168" y="3372"/>
                </a:cubicBezTo>
                <a:cubicBezTo>
                  <a:pt x="9893" y="3372"/>
                  <a:pt x="10271" y="4191"/>
                  <a:pt x="9798" y="4758"/>
                </a:cubicBezTo>
                <a:cubicBezTo>
                  <a:pt x="9735" y="4853"/>
                  <a:pt x="9735" y="5073"/>
                  <a:pt x="9830" y="5231"/>
                </a:cubicBezTo>
                <a:cubicBezTo>
                  <a:pt x="9956" y="5357"/>
                  <a:pt x="10050" y="5514"/>
                  <a:pt x="10050" y="5798"/>
                </a:cubicBezTo>
                <a:cubicBezTo>
                  <a:pt x="10050" y="6050"/>
                  <a:pt x="9924" y="6302"/>
                  <a:pt x="9735" y="6459"/>
                </a:cubicBezTo>
                <a:cubicBezTo>
                  <a:pt x="9420" y="6050"/>
                  <a:pt x="8948" y="5798"/>
                  <a:pt x="8381" y="5798"/>
                </a:cubicBezTo>
                <a:cubicBezTo>
                  <a:pt x="8160" y="5798"/>
                  <a:pt x="8003" y="5987"/>
                  <a:pt x="8003" y="6207"/>
                </a:cubicBezTo>
                <a:cubicBezTo>
                  <a:pt x="8003" y="6459"/>
                  <a:pt x="8192" y="6648"/>
                  <a:pt x="8381" y="6648"/>
                </a:cubicBezTo>
                <a:cubicBezTo>
                  <a:pt x="9483" y="6648"/>
                  <a:pt x="9483" y="8318"/>
                  <a:pt x="8381" y="8318"/>
                </a:cubicBezTo>
                <a:cubicBezTo>
                  <a:pt x="8255" y="8318"/>
                  <a:pt x="8192" y="8255"/>
                  <a:pt x="8066" y="8224"/>
                </a:cubicBezTo>
                <a:cubicBezTo>
                  <a:pt x="8021" y="8211"/>
                  <a:pt x="7976" y="8205"/>
                  <a:pt x="7931" y="8205"/>
                </a:cubicBezTo>
                <a:cubicBezTo>
                  <a:pt x="7752" y="8205"/>
                  <a:pt x="7580" y="8306"/>
                  <a:pt x="7530" y="8507"/>
                </a:cubicBezTo>
                <a:cubicBezTo>
                  <a:pt x="7435" y="8854"/>
                  <a:pt x="7089" y="9137"/>
                  <a:pt x="6742" y="9137"/>
                </a:cubicBezTo>
                <a:cubicBezTo>
                  <a:pt x="6270" y="9137"/>
                  <a:pt x="5892" y="8759"/>
                  <a:pt x="5892" y="8318"/>
                </a:cubicBezTo>
                <a:lnTo>
                  <a:pt x="5892" y="5073"/>
                </a:lnTo>
                <a:cubicBezTo>
                  <a:pt x="6364" y="5231"/>
                  <a:pt x="6742" y="5703"/>
                  <a:pt x="6742" y="6270"/>
                </a:cubicBezTo>
                <a:cubicBezTo>
                  <a:pt x="6742" y="6491"/>
                  <a:pt x="6931" y="6680"/>
                  <a:pt x="7120" y="6680"/>
                </a:cubicBezTo>
                <a:cubicBezTo>
                  <a:pt x="7341" y="6680"/>
                  <a:pt x="7530" y="6491"/>
                  <a:pt x="7530" y="6270"/>
                </a:cubicBezTo>
                <a:cubicBezTo>
                  <a:pt x="7530" y="5262"/>
                  <a:pt x="6805" y="4412"/>
                  <a:pt x="5860" y="4254"/>
                </a:cubicBezTo>
                <a:lnTo>
                  <a:pt x="5860" y="1734"/>
                </a:lnTo>
                <a:cubicBezTo>
                  <a:pt x="5860" y="1261"/>
                  <a:pt x="6207" y="915"/>
                  <a:pt x="6711" y="915"/>
                </a:cubicBezTo>
                <a:close/>
                <a:moveTo>
                  <a:pt x="5514" y="9358"/>
                </a:moveTo>
                <a:cubicBezTo>
                  <a:pt x="5829" y="9736"/>
                  <a:pt x="6270" y="9925"/>
                  <a:pt x="6774" y="9925"/>
                </a:cubicBezTo>
                <a:lnTo>
                  <a:pt x="6774" y="10209"/>
                </a:lnTo>
                <a:lnTo>
                  <a:pt x="4285" y="10209"/>
                </a:lnTo>
                <a:lnTo>
                  <a:pt x="4285" y="9925"/>
                </a:lnTo>
                <a:cubicBezTo>
                  <a:pt x="4789" y="9925"/>
                  <a:pt x="5230" y="9673"/>
                  <a:pt x="5514" y="9358"/>
                </a:cubicBezTo>
                <a:close/>
                <a:moveTo>
                  <a:pt x="6648" y="11028"/>
                </a:moveTo>
                <a:cubicBezTo>
                  <a:pt x="6522" y="11500"/>
                  <a:pt x="6049" y="11847"/>
                  <a:pt x="5514" y="11847"/>
                </a:cubicBezTo>
                <a:cubicBezTo>
                  <a:pt x="4978" y="11847"/>
                  <a:pt x="4537" y="11500"/>
                  <a:pt x="4316" y="11028"/>
                </a:cubicBezTo>
                <a:close/>
                <a:moveTo>
                  <a:pt x="4285" y="1"/>
                </a:moveTo>
                <a:cubicBezTo>
                  <a:pt x="3686" y="1"/>
                  <a:pt x="3151" y="316"/>
                  <a:pt x="2867" y="820"/>
                </a:cubicBezTo>
                <a:cubicBezTo>
                  <a:pt x="2796" y="811"/>
                  <a:pt x="2724" y="806"/>
                  <a:pt x="2654" y="806"/>
                </a:cubicBezTo>
                <a:cubicBezTo>
                  <a:pt x="1762" y="806"/>
                  <a:pt x="977" y="1526"/>
                  <a:pt x="977" y="2490"/>
                </a:cubicBezTo>
                <a:lnTo>
                  <a:pt x="977" y="2679"/>
                </a:lnTo>
                <a:cubicBezTo>
                  <a:pt x="851" y="2742"/>
                  <a:pt x="756" y="2836"/>
                  <a:pt x="630" y="2962"/>
                </a:cubicBezTo>
                <a:cubicBezTo>
                  <a:pt x="63" y="3498"/>
                  <a:pt x="0" y="4286"/>
                  <a:pt x="347" y="4947"/>
                </a:cubicBezTo>
                <a:cubicBezTo>
                  <a:pt x="189" y="5199"/>
                  <a:pt x="126" y="5514"/>
                  <a:pt x="126" y="5766"/>
                </a:cubicBezTo>
                <a:cubicBezTo>
                  <a:pt x="126" y="6365"/>
                  <a:pt x="441" y="6932"/>
                  <a:pt x="945" y="7184"/>
                </a:cubicBezTo>
                <a:cubicBezTo>
                  <a:pt x="819" y="8192"/>
                  <a:pt x="1576" y="9043"/>
                  <a:pt x="2584" y="9043"/>
                </a:cubicBezTo>
                <a:lnTo>
                  <a:pt x="2836" y="9043"/>
                </a:lnTo>
                <a:cubicBezTo>
                  <a:pt x="2993" y="9326"/>
                  <a:pt x="3182" y="9515"/>
                  <a:pt x="3434" y="9673"/>
                </a:cubicBezTo>
                <a:lnTo>
                  <a:pt x="3434" y="10587"/>
                </a:lnTo>
                <a:cubicBezTo>
                  <a:pt x="3434" y="11721"/>
                  <a:pt x="4379" y="12666"/>
                  <a:pt x="5514" y="12666"/>
                </a:cubicBezTo>
                <a:cubicBezTo>
                  <a:pt x="6648" y="12666"/>
                  <a:pt x="7593" y="11721"/>
                  <a:pt x="7593" y="10587"/>
                </a:cubicBezTo>
                <a:lnTo>
                  <a:pt x="7593" y="9673"/>
                </a:lnTo>
                <a:cubicBezTo>
                  <a:pt x="7845" y="9515"/>
                  <a:pt x="8066" y="9326"/>
                  <a:pt x="8192" y="9043"/>
                </a:cubicBezTo>
                <a:lnTo>
                  <a:pt x="8444" y="9043"/>
                </a:lnTo>
                <a:cubicBezTo>
                  <a:pt x="9420" y="9043"/>
                  <a:pt x="10208" y="8129"/>
                  <a:pt x="10082" y="7153"/>
                </a:cubicBezTo>
                <a:cubicBezTo>
                  <a:pt x="10586" y="6869"/>
                  <a:pt x="10901" y="6333"/>
                  <a:pt x="10901" y="5735"/>
                </a:cubicBezTo>
                <a:cubicBezTo>
                  <a:pt x="10901" y="5451"/>
                  <a:pt x="10838" y="5136"/>
                  <a:pt x="10680" y="4916"/>
                </a:cubicBezTo>
                <a:cubicBezTo>
                  <a:pt x="11059" y="4317"/>
                  <a:pt x="10933" y="3498"/>
                  <a:pt x="10428" y="2962"/>
                </a:cubicBezTo>
                <a:cubicBezTo>
                  <a:pt x="10302" y="2836"/>
                  <a:pt x="10208" y="2742"/>
                  <a:pt x="10082" y="2679"/>
                </a:cubicBezTo>
                <a:lnTo>
                  <a:pt x="10082" y="2490"/>
                </a:lnTo>
                <a:cubicBezTo>
                  <a:pt x="10082" y="1576"/>
                  <a:pt x="9326" y="820"/>
                  <a:pt x="8444" y="820"/>
                </a:cubicBezTo>
                <a:lnTo>
                  <a:pt x="8192" y="820"/>
                </a:lnTo>
                <a:cubicBezTo>
                  <a:pt x="7908" y="316"/>
                  <a:pt x="7372" y="1"/>
                  <a:pt x="6774" y="1"/>
                </a:cubicBezTo>
                <a:cubicBezTo>
                  <a:pt x="6270" y="1"/>
                  <a:pt x="5829" y="222"/>
                  <a:pt x="5514" y="537"/>
                </a:cubicBezTo>
                <a:cubicBezTo>
                  <a:pt x="5199" y="190"/>
                  <a:pt x="4758" y="1"/>
                  <a:pt x="42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67"/>
          <p:cNvSpPr/>
          <p:nvPr/>
        </p:nvSpPr>
        <p:spPr>
          <a:xfrm>
            <a:off x="1660850" y="1885358"/>
            <a:ext cx="1372800" cy="1372800"/>
          </a:xfrm>
          <a:prstGeom prst="ellipse">
            <a:avLst/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4" name="Google Shape;724;p67"/>
          <p:cNvSpPr txBox="1">
            <a:spLocks noGrp="1"/>
          </p:cNvSpPr>
          <p:nvPr>
            <p:ph type="title"/>
          </p:nvPr>
        </p:nvSpPr>
        <p:spPr>
          <a:xfrm>
            <a:off x="3297400" y="1352425"/>
            <a:ext cx="4319100" cy="17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دروستکردنی نامە، ئیمەیل و گرێبەست</a:t>
            </a:r>
            <a:endParaRPr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5" name="Google Shape;725;p67"/>
          <p:cNvSpPr txBox="1">
            <a:spLocks noGrp="1"/>
          </p:cNvSpPr>
          <p:nvPr>
            <p:ph type="subTitle" idx="1"/>
          </p:nvPr>
        </p:nvSpPr>
        <p:spPr>
          <a:xfrm>
            <a:off x="3297400" y="3015800"/>
            <a:ext cx="30687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بەکارهێنانی AI بۆ دروستکردنی بەڵگەنامەی کاری بە خێرایی و کوالێتی بەرز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6" name="Google Shape;726;p67"/>
          <p:cNvSpPr txBox="1">
            <a:spLocks noGrp="1"/>
          </p:cNvSpPr>
          <p:nvPr>
            <p:ph type="title" idx="2"/>
          </p:nvPr>
        </p:nvSpPr>
        <p:spPr>
          <a:xfrm>
            <a:off x="1527500" y="2146350"/>
            <a:ext cx="1639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٢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4" name="Google Shape;3854;p119"/>
          <p:cNvSpPr txBox="1">
            <a:spLocks noGrp="1"/>
          </p:cNvSpPr>
          <p:nvPr>
            <p:ph type="body" idx="1"/>
          </p:nvPr>
        </p:nvSpPr>
        <p:spPr>
          <a:xfrm>
            <a:off x="1671300" y="1882538"/>
            <a:ext cx="58014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نامەی فەرمی بۆ دامەزراوە و لایەنە حکومیەکان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وەڵامدانەوەی خێرا و بەڕێز بۆ ئیمەیلی کڕیاران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17500" algn="r" rtl="1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دروستکردنی پێشنیار (Proposal) بۆ پرۆژەی نوێ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17500" algn="r" rtl="1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ئامادەکردنی گرێبەستی سادەی کار یان هاوکاری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17500" algn="r" rtl="1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کورتکردنەوەی نامەی درێژ بۆ خاڵی سەرەکی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55" name="Google Shape;3855;p119"/>
          <p:cNvSpPr txBox="1">
            <a:spLocks noGrp="1"/>
          </p:cNvSpPr>
          <p:nvPr>
            <p:ph type="title"/>
          </p:nvPr>
        </p:nvSpPr>
        <p:spPr>
          <a:xfrm>
            <a:off x="1671300" y="1157363"/>
            <a:ext cx="5801400" cy="7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کاتی بەکارهێنانی AI بۆ بەڵگەنامەی کاری</a:t>
            </a:r>
            <a:endParaRPr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856" name="Google Shape;3856;p119"/>
          <p:cNvGrpSpPr/>
          <p:nvPr/>
        </p:nvGrpSpPr>
        <p:grpSpPr>
          <a:xfrm>
            <a:off x="975131" y="799475"/>
            <a:ext cx="780400" cy="357900"/>
            <a:chOff x="4598506" y="471425"/>
            <a:chExt cx="780400" cy="357900"/>
          </a:xfrm>
        </p:grpSpPr>
        <p:sp>
          <p:nvSpPr>
            <p:cNvPr id="3857" name="Google Shape;3857;p119"/>
            <p:cNvSpPr/>
            <p:nvPr/>
          </p:nvSpPr>
          <p:spPr>
            <a:xfrm rot="5400000">
              <a:off x="50381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58" name="Google Shape;3858;p119"/>
            <p:cNvSpPr/>
            <p:nvPr/>
          </p:nvSpPr>
          <p:spPr>
            <a:xfrm rot="5400000">
              <a:off x="45814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859" name="Google Shape;3859;p119"/>
          <p:cNvGrpSpPr/>
          <p:nvPr/>
        </p:nvGrpSpPr>
        <p:grpSpPr>
          <a:xfrm>
            <a:off x="7541131" y="4146125"/>
            <a:ext cx="780400" cy="357900"/>
            <a:chOff x="4598506" y="471425"/>
            <a:chExt cx="780400" cy="357900"/>
          </a:xfrm>
        </p:grpSpPr>
        <p:sp>
          <p:nvSpPr>
            <p:cNvPr id="3860" name="Google Shape;3860;p119"/>
            <p:cNvSpPr/>
            <p:nvPr/>
          </p:nvSpPr>
          <p:spPr>
            <a:xfrm rot="5400000">
              <a:off x="50381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61" name="Google Shape;3861;p119"/>
            <p:cNvSpPr/>
            <p:nvPr/>
          </p:nvSpPr>
          <p:spPr>
            <a:xfrm rot="5400000">
              <a:off x="45814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4" name="Google Shape;3854;p119"/>
          <p:cNvSpPr txBox="1">
            <a:spLocks noGrp="1"/>
          </p:cNvSpPr>
          <p:nvPr>
            <p:ph type="body" idx="1"/>
          </p:nvPr>
        </p:nvSpPr>
        <p:spPr>
          <a:xfrm>
            <a:off x="1671300" y="1882538"/>
            <a:ext cx="58014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١. جۆری بەڵگەنامە دیاریبکە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نامە؟ ئیمەیل؟ پێشنیار؟ گرێبەست؟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17500" algn="r" rtl="1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٢. ئامانج و ئۆدیانس دیاریبکە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17500" algn="r" rtl="1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بۆ کێ دەنووسیت و دەتەوێت چی ڕووبدات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17500" algn="r" rtl="1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٣. خاڵە سەرەکیەکان بنووسە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r" rtl="1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تەنانەت بە کورتیش بێت، ئەم خاڵانە بدە بە AI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٤. داوای فۆرمات و تۆنی دەنگ بکە</a:t>
            </a:r>
          </a:p>
          <a:p>
            <a:pPr algn="r" rtl="1"/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فەرمی، ناڕەسمی، کورت، درێژ</a:t>
            </a:r>
          </a:p>
          <a:p>
            <a:pPr algn="r" rtl="1"/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٥. دووبارە بخوێنەوە و دەستکاری بکە</a:t>
            </a:r>
          </a:p>
          <a:p>
            <a:pPr algn="r" rtl="1"/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هەرگیز یەکەم وەڵام بەبێ پشکنین مەنێرە</a:t>
            </a:r>
          </a:p>
        </p:txBody>
      </p:sp>
      <p:sp>
        <p:nvSpPr>
          <p:cNvPr id="3855" name="Google Shape;3855;p119"/>
          <p:cNvSpPr txBox="1">
            <a:spLocks noGrp="1"/>
          </p:cNvSpPr>
          <p:nvPr>
            <p:ph type="title"/>
          </p:nvPr>
        </p:nvSpPr>
        <p:spPr>
          <a:xfrm>
            <a:off x="1671300" y="1157363"/>
            <a:ext cx="5801400" cy="7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پێنج هەنگاو بۆ دروستکردنی بەڵگەنامەیەکی باش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856" name="Google Shape;3856;p119"/>
          <p:cNvGrpSpPr/>
          <p:nvPr/>
        </p:nvGrpSpPr>
        <p:grpSpPr>
          <a:xfrm>
            <a:off x="975131" y="799475"/>
            <a:ext cx="780400" cy="357900"/>
            <a:chOff x="4598506" y="471425"/>
            <a:chExt cx="780400" cy="357900"/>
          </a:xfrm>
        </p:grpSpPr>
        <p:sp>
          <p:nvSpPr>
            <p:cNvPr id="3857" name="Google Shape;3857;p119"/>
            <p:cNvSpPr/>
            <p:nvPr/>
          </p:nvSpPr>
          <p:spPr>
            <a:xfrm rot="5400000">
              <a:off x="50381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58" name="Google Shape;3858;p119"/>
            <p:cNvSpPr/>
            <p:nvPr/>
          </p:nvSpPr>
          <p:spPr>
            <a:xfrm rot="5400000">
              <a:off x="45814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859" name="Google Shape;3859;p119"/>
          <p:cNvGrpSpPr/>
          <p:nvPr/>
        </p:nvGrpSpPr>
        <p:grpSpPr>
          <a:xfrm>
            <a:off x="7541131" y="4146125"/>
            <a:ext cx="780400" cy="357900"/>
            <a:chOff x="4598506" y="471425"/>
            <a:chExt cx="780400" cy="357900"/>
          </a:xfrm>
        </p:grpSpPr>
        <p:sp>
          <p:nvSpPr>
            <p:cNvPr id="3860" name="Google Shape;3860;p119"/>
            <p:cNvSpPr/>
            <p:nvPr/>
          </p:nvSpPr>
          <p:spPr>
            <a:xfrm rot="5400000">
              <a:off x="50381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61" name="Google Shape;3861;p119"/>
            <p:cNvSpPr/>
            <p:nvPr/>
          </p:nvSpPr>
          <p:spPr>
            <a:xfrm rot="5400000">
              <a:off x="45814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67"/>
          <p:cNvSpPr/>
          <p:nvPr/>
        </p:nvSpPr>
        <p:spPr>
          <a:xfrm>
            <a:off x="1660850" y="1885358"/>
            <a:ext cx="1372800" cy="1372800"/>
          </a:xfrm>
          <a:prstGeom prst="ellipse">
            <a:avLst/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4" name="Google Shape;724;p67"/>
          <p:cNvSpPr txBox="1">
            <a:spLocks noGrp="1"/>
          </p:cNvSpPr>
          <p:nvPr>
            <p:ph type="title"/>
          </p:nvPr>
        </p:nvSpPr>
        <p:spPr>
          <a:xfrm>
            <a:off x="3297400" y="1352425"/>
            <a:ext cx="4319100" cy="17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کۆفی برێک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5" name="Google Shape;725;p67"/>
          <p:cNvSpPr txBox="1">
            <a:spLocks noGrp="1"/>
          </p:cNvSpPr>
          <p:nvPr>
            <p:ph type="subTitle" idx="1"/>
          </p:nvPr>
        </p:nvSpPr>
        <p:spPr>
          <a:xfrm>
            <a:off x="3297400" y="3015800"/>
            <a:ext cx="30687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١٥ خولەک — پاش گەڕانەوە دەست دەکەین بە پلانی فرۆشتن و ئۆتۆماتیکردن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6" name="Google Shape;726;p67"/>
          <p:cNvSpPr txBox="1">
            <a:spLocks noGrp="1"/>
          </p:cNvSpPr>
          <p:nvPr>
            <p:ph type="title" idx="2"/>
          </p:nvPr>
        </p:nvSpPr>
        <p:spPr>
          <a:xfrm>
            <a:off x="1527500" y="2146350"/>
            <a:ext cx="1639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☕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67"/>
          <p:cNvSpPr/>
          <p:nvPr/>
        </p:nvSpPr>
        <p:spPr>
          <a:xfrm>
            <a:off x="1660850" y="1885358"/>
            <a:ext cx="1372800" cy="1372800"/>
          </a:xfrm>
          <a:prstGeom prst="ellipse">
            <a:avLst/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4" name="Google Shape;724;p67"/>
          <p:cNvSpPr txBox="1">
            <a:spLocks noGrp="1"/>
          </p:cNvSpPr>
          <p:nvPr>
            <p:ph type="title"/>
          </p:nvPr>
        </p:nvSpPr>
        <p:spPr>
          <a:xfrm>
            <a:off x="3297400" y="1352425"/>
            <a:ext cx="4319100" cy="17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دروستکردنی پلانی فرۆشتن و مارکێتینگ</a:t>
            </a:r>
            <a:endParaRPr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5" name="Google Shape;725;p67"/>
          <p:cNvSpPr txBox="1">
            <a:spLocks noGrp="1"/>
          </p:cNvSpPr>
          <p:nvPr>
            <p:ph type="subTitle" idx="1"/>
          </p:nvPr>
        </p:nvSpPr>
        <p:spPr>
          <a:xfrm>
            <a:off x="3297400" y="3015800"/>
            <a:ext cx="30687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چۆن AI یارمەتیت دەدات پلانێکی ڕوون و کاراکار دروست بکەیت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6" name="Google Shape;726;p67"/>
          <p:cNvSpPr txBox="1">
            <a:spLocks noGrp="1"/>
          </p:cNvSpPr>
          <p:nvPr>
            <p:ph type="title" idx="2"/>
          </p:nvPr>
        </p:nvSpPr>
        <p:spPr>
          <a:xfrm>
            <a:off x="1527500" y="2146350"/>
            <a:ext cx="1639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٣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4" name="Google Shape;3854;p119"/>
          <p:cNvSpPr txBox="1">
            <a:spLocks noGrp="1"/>
          </p:cNvSpPr>
          <p:nvPr>
            <p:ph type="body" idx="1"/>
          </p:nvPr>
        </p:nvSpPr>
        <p:spPr>
          <a:xfrm>
            <a:off x="1671300" y="1882538"/>
            <a:ext cx="58014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١. ئامانجی فرۆشتن (SMART Goals)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ئامانجی وردی پێوانەکراو و کاتدار، وەک: «زیادکردنی فرۆشتن ٢٠٪ لە ٣ مانگدا»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17500" algn="r" rtl="1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٢. ناسینی کڕیاری ئامانج (Target Audience)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17500" algn="r" rtl="1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تەمەن، ناوچە، پێداویستی و ڕەفتاری کڕین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17500" algn="r" rtl="1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٣. کەناڵەکانی گەیشتن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r" rtl="1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سۆشیال میدیا، ئیمەیل مارکێتینگ، ڕیکلامی ئۆنلاین، فرۆشتنی ڕاستەوخۆ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٤.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بودجە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و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سەرچاوەکان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چەند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بڕی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پارە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و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کاتژمێر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تەرخان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دەکرێت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٥.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پێوەرەکانی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سەنجاندن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(KPIs)</a:t>
            </a:r>
          </a:p>
          <a:p>
            <a:pPr algn="r" rtl="1"/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چۆن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دەزانین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پلانەکە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سەرکەوتووە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؟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ژمارەی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فرۆشتن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،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گەیشتن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،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وەرگرتنی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کڕیاری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نوێ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55" name="Google Shape;3855;p119"/>
          <p:cNvSpPr txBox="1">
            <a:spLocks noGrp="1"/>
          </p:cNvSpPr>
          <p:nvPr>
            <p:ph type="title"/>
          </p:nvPr>
        </p:nvSpPr>
        <p:spPr>
          <a:xfrm>
            <a:off x="1671300" y="1157363"/>
            <a:ext cx="5801400" cy="7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پێکهاتەی پلانێکی فرۆشتنی سەرکەوتوو</a:t>
            </a:r>
            <a:endParaRPr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856" name="Google Shape;3856;p119"/>
          <p:cNvGrpSpPr/>
          <p:nvPr/>
        </p:nvGrpSpPr>
        <p:grpSpPr>
          <a:xfrm>
            <a:off x="975131" y="799475"/>
            <a:ext cx="780400" cy="357900"/>
            <a:chOff x="4598506" y="471425"/>
            <a:chExt cx="780400" cy="357900"/>
          </a:xfrm>
        </p:grpSpPr>
        <p:sp>
          <p:nvSpPr>
            <p:cNvPr id="3857" name="Google Shape;3857;p119"/>
            <p:cNvSpPr/>
            <p:nvPr/>
          </p:nvSpPr>
          <p:spPr>
            <a:xfrm rot="5400000">
              <a:off x="50381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58" name="Google Shape;3858;p119"/>
            <p:cNvSpPr/>
            <p:nvPr/>
          </p:nvSpPr>
          <p:spPr>
            <a:xfrm rot="5400000">
              <a:off x="45814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859" name="Google Shape;3859;p119"/>
          <p:cNvGrpSpPr/>
          <p:nvPr/>
        </p:nvGrpSpPr>
        <p:grpSpPr>
          <a:xfrm>
            <a:off x="7541131" y="4146125"/>
            <a:ext cx="780400" cy="357900"/>
            <a:chOff x="4598506" y="471425"/>
            <a:chExt cx="780400" cy="357900"/>
          </a:xfrm>
        </p:grpSpPr>
        <p:sp>
          <p:nvSpPr>
            <p:cNvPr id="3860" name="Google Shape;3860;p119"/>
            <p:cNvSpPr/>
            <p:nvPr/>
          </p:nvSpPr>
          <p:spPr>
            <a:xfrm rot="5400000">
              <a:off x="50381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61" name="Google Shape;3861;p119"/>
            <p:cNvSpPr/>
            <p:nvPr/>
          </p:nvSpPr>
          <p:spPr>
            <a:xfrm rot="5400000">
              <a:off x="45814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4" name="Google Shape;3854;p119"/>
          <p:cNvSpPr txBox="1">
            <a:spLocks noGrp="1"/>
          </p:cNvSpPr>
          <p:nvPr>
            <p:ph type="body" idx="1"/>
          </p:nvPr>
        </p:nvSpPr>
        <p:spPr>
          <a:xfrm>
            <a:off x="1671300" y="1882538"/>
            <a:ext cx="58014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پرۆمپتێکی نموونەیی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«پلانێکی فرۆشتنی مانگانە بۆ فرۆشتنی [کاڵا] بنووسە، بۆ کڕیاری تەمەن [١٨-٣٥]، لە شاری [هەولێر]، بە بودجەی [٥٠٠ دۆلار]، بە بەکارهێنانی سۆشیال میدیا و ئیمەیل، و پێوەرەکانی سەنجاندنیشی دیاریبکە»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17500" algn="r" rtl="1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ئەنجامی چاوەڕوانکراو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17500" algn="r" rtl="1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پلانەکە بە خشتە و هەنگاو هەنگاو دەداتەوە: ئامانج، ئۆدیانس، کەناڵ، بودجەی دابەشکراو و پێوەرەکان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17500" algn="r" rtl="1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هەنگاوی کۆتایی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r" rtl="1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پلانەکەی AI وەک بنەما بەکاربهێنە، دواتر بە زانیاری ڕاستەقینەی مارکێتەکەت وردی و لۆکاڵی بکەرەوە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55" name="Google Shape;3855;p119"/>
          <p:cNvSpPr txBox="1">
            <a:spLocks noGrp="1"/>
          </p:cNvSpPr>
          <p:nvPr>
            <p:ph type="title"/>
          </p:nvPr>
        </p:nvSpPr>
        <p:spPr>
          <a:xfrm>
            <a:off x="1671300" y="1157363"/>
            <a:ext cx="5801400" cy="7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چۆن AI یارمەتیت دەدات لە دروستکردنی پلان</a:t>
            </a:r>
            <a:endParaRPr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856" name="Google Shape;3856;p119"/>
          <p:cNvGrpSpPr/>
          <p:nvPr/>
        </p:nvGrpSpPr>
        <p:grpSpPr>
          <a:xfrm>
            <a:off x="975131" y="799475"/>
            <a:ext cx="780400" cy="357900"/>
            <a:chOff x="4598506" y="471425"/>
            <a:chExt cx="780400" cy="357900"/>
          </a:xfrm>
        </p:grpSpPr>
        <p:sp>
          <p:nvSpPr>
            <p:cNvPr id="3857" name="Google Shape;3857;p119"/>
            <p:cNvSpPr/>
            <p:nvPr/>
          </p:nvSpPr>
          <p:spPr>
            <a:xfrm rot="5400000">
              <a:off x="50381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58" name="Google Shape;3858;p119"/>
            <p:cNvSpPr/>
            <p:nvPr/>
          </p:nvSpPr>
          <p:spPr>
            <a:xfrm rot="5400000">
              <a:off x="45814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859" name="Google Shape;3859;p119"/>
          <p:cNvGrpSpPr/>
          <p:nvPr/>
        </p:nvGrpSpPr>
        <p:grpSpPr>
          <a:xfrm>
            <a:off x="7541131" y="4146125"/>
            <a:ext cx="780400" cy="357900"/>
            <a:chOff x="4598506" y="471425"/>
            <a:chExt cx="780400" cy="357900"/>
          </a:xfrm>
        </p:grpSpPr>
        <p:sp>
          <p:nvSpPr>
            <p:cNvPr id="3860" name="Google Shape;3860;p119"/>
            <p:cNvSpPr/>
            <p:nvPr/>
          </p:nvSpPr>
          <p:spPr>
            <a:xfrm rot="5400000">
              <a:off x="50381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61" name="Google Shape;3861;p119"/>
            <p:cNvSpPr/>
            <p:nvPr/>
          </p:nvSpPr>
          <p:spPr>
            <a:xfrm rot="5400000">
              <a:off x="45814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67"/>
          <p:cNvSpPr/>
          <p:nvPr/>
        </p:nvSpPr>
        <p:spPr>
          <a:xfrm>
            <a:off x="1660850" y="1885358"/>
            <a:ext cx="1372800" cy="1372800"/>
          </a:xfrm>
          <a:prstGeom prst="ellipse">
            <a:avLst/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4" name="Google Shape;724;p67"/>
          <p:cNvSpPr txBox="1">
            <a:spLocks noGrp="1"/>
          </p:cNvSpPr>
          <p:nvPr>
            <p:ph type="title"/>
          </p:nvPr>
        </p:nvSpPr>
        <p:spPr>
          <a:xfrm>
            <a:off x="3297400" y="1352425"/>
            <a:ext cx="4319100" cy="17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Workflow ی خۆکار بە AI و Google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5" name="Google Shape;725;p67"/>
          <p:cNvSpPr txBox="1">
            <a:spLocks noGrp="1"/>
          </p:cNvSpPr>
          <p:nvPr>
            <p:ph type="subTitle" idx="1"/>
          </p:nvPr>
        </p:nvSpPr>
        <p:spPr>
          <a:xfrm>
            <a:off x="3297400" y="3015800"/>
            <a:ext cx="30687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پەیوەستکردنی AI بە Google Sheets و Forms بۆ کەمکردنەوەی کاری دووبارە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6" name="Google Shape;726;p67"/>
          <p:cNvSpPr txBox="1">
            <a:spLocks noGrp="1"/>
          </p:cNvSpPr>
          <p:nvPr>
            <p:ph type="title" idx="2"/>
          </p:nvPr>
        </p:nvSpPr>
        <p:spPr>
          <a:xfrm>
            <a:off x="1527500" y="2146350"/>
            <a:ext cx="1639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٤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0" name="Google Shape;3700;p115"/>
          <p:cNvGrpSpPr/>
          <p:nvPr/>
        </p:nvGrpSpPr>
        <p:grpSpPr>
          <a:xfrm>
            <a:off x="1315862" y="2657337"/>
            <a:ext cx="693483" cy="695908"/>
            <a:chOff x="2601750" y="1612625"/>
            <a:chExt cx="1123050" cy="1127525"/>
          </a:xfrm>
        </p:grpSpPr>
        <p:sp>
          <p:nvSpPr>
            <p:cNvPr id="3701" name="Google Shape;3701;p115"/>
            <p:cNvSpPr/>
            <p:nvPr/>
          </p:nvSpPr>
          <p:spPr>
            <a:xfrm>
              <a:off x="2601750" y="1612625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02" name="Google Shape;3702;p115"/>
            <p:cNvSpPr/>
            <p:nvPr/>
          </p:nvSpPr>
          <p:spPr>
            <a:xfrm>
              <a:off x="2691600" y="1709950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703" name="Google Shape;3703;p115"/>
          <p:cNvGrpSpPr/>
          <p:nvPr/>
        </p:nvGrpSpPr>
        <p:grpSpPr>
          <a:xfrm>
            <a:off x="5194995" y="2657337"/>
            <a:ext cx="693483" cy="695908"/>
            <a:chOff x="2601750" y="1612625"/>
            <a:chExt cx="1123050" cy="1127525"/>
          </a:xfrm>
        </p:grpSpPr>
        <p:sp>
          <p:nvSpPr>
            <p:cNvPr id="3704" name="Google Shape;3704;p115"/>
            <p:cNvSpPr/>
            <p:nvPr/>
          </p:nvSpPr>
          <p:spPr>
            <a:xfrm>
              <a:off x="2601750" y="1612625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05" name="Google Shape;3705;p115"/>
            <p:cNvSpPr/>
            <p:nvPr/>
          </p:nvSpPr>
          <p:spPr>
            <a:xfrm>
              <a:off x="2691600" y="1709950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706" name="Google Shape;3706;p115"/>
          <p:cNvGrpSpPr/>
          <p:nvPr/>
        </p:nvGrpSpPr>
        <p:grpSpPr>
          <a:xfrm>
            <a:off x="7134561" y="2657337"/>
            <a:ext cx="693483" cy="695908"/>
            <a:chOff x="2601750" y="1612625"/>
            <a:chExt cx="1123050" cy="1127525"/>
          </a:xfrm>
        </p:grpSpPr>
        <p:sp>
          <p:nvSpPr>
            <p:cNvPr id="3707" name="Google Shape;3707;p115"/>
            <p:cNvSpPr/>
            <p:nvPr/>
          </p:nvSpPr>
          <p:spPr>
            <a:xfrm>
              <a:off x="2601750" y="1612625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08" name="Google Shape;3708;p115"/>
            <p:cNvSpPr/>
            <p:nvPr/>
          </p:nvSpPr>
          <p:spPr>
            <a:xfrm>
              <a:off x="2691600" y="1709950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709" name="Google Shape;3709;p115"/>
          <p:cNvGrpSpPr/>
          <p:nvPr/>
        </p:nvGrpSpPr>
        <p:grpSpPr>
          <a:xfrm>
            <a:off x="3255429" y="2657337"/>
            <a:ext cx="693483" cy="695908"/>
            <a:chOff x="2601750" y="1612625"/>
            <a:chExt cx="1123050" cy="1127525"/>
          </a:xfrm>
        </p:grpSpPr>
        <p:sp>
          <p:nvSpPr>
            <p:cNvPr id="3710" name="Google Shape;3710;p115"/>
            <p:cNvSpPr/>
            <p:nvPr/>
          </p:nvSpPr>
          <p:spPr>
            <a:xfrm>
              <a:off x="2601750" y="1612625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11" name="Google Shape;3711;p115"/>
            <p:cNvSpPr/>
            <p:nvPr/>
          </p:nvSpPr>
          <p:spPr>
            <a:xfrm>
              <a:off x="2691600" y="1709950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712" name="Google Shape;3712;p115"/>
          <p:cNvSpPr/>
          <p:nvPr/>
        </p:nvSpPr>
        <p:spPr>
          <a:xfrm>
            <a:off x="3094425" y="1370800"/>
            <a:ext cx="2955300" cy="5121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BM Plex Sans"/>
              </a:rPr>
              <a:t>Workflow ی خۆکار</a:t>
            </a:r>
            <a:endParaRPr sz="2500" b="1">
              <a:solidFill>
                <a:schemeClr val="l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IBM Plex Sans"/>
            </a:endParaRPr>
          </a:p>
        </p:txBody>
      </p:sp>
      <p:sp>
        <p:nvSpPr>
          <p:cNvPr id="3713" name="Google Shape;3713;p115"/>
          <p:cNvSpPr txBox="1">
            <a:spLocks noGrp="1"/>
          </p:cNvSpPr>
          <p:nvPr>
            <p:ph type="title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نموونەی Workflow ی خۆکار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714" name="Google Shape;3714;p115"/>
          <p:cNvCxnSpPr>
            <a:stCxn id="3712" idx="1"/>
            <a:endCxn id="3710" idx="3"/>
          </p:cNvCxnSpPr>
          <p:nvPr/>
        </p:nvCxnSpPr>
        <p:spPr>
          <a:xfrm rot="5400000">
            <a:off x="3686175" y="1771300"/>
            <a:ext cx="774300" cy="997500"/>
          </a:xfrm>
          <a:prstGeom prst="bentConnector3">
            <a:avLst>
              <a:gd name="adj1" fmla="val 50009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15" name="Google Shape;3715;p115"/>
          <p:cNvCxnSpPr>
            <a:stCxn id="3701" idx="3"/>
            <a:endCxn id="3712" idx="1"/>
          </p:cNvCxnSpPr>
          <p:nvPr/>
        </p:nvCxnSpPr>
        <p:spPr>
          <a:xfrm rot="-5400000">
            <a:off x="2716363" y="801537"/>
            <a:ext cx="774300" cy="2937300"/>
          </a:xfrm>
          <a:prstGeom prst="bentConnector3">
            <a:avLst>
              <a:gd name="adj1" fmla="val 50009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16" name="Google Shape;3716;p115"/>
          <p:cNvCxnSpPr>
            <a:stCxn id="3712" idx="1"/>
            <a:endCxn id="3707" idx="3"/>
          </p:cNvCxnSpPr>
          <p:nvPr/>
        </p:nvCxnSpPr>
        <p:spPr>
          <a:xfrm rot="-5400000" flipH="1">
            <a:off x="5625675" y="829300"/>
            <a:ext cx="774300" cy="2881500"/>
          </a:xfrm>
          <a:prstGeom prst="bentConnector3">
            <a:avLst>
              <a:gd name="adj1" fmla="val 50009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17" name="Google Shape;3717;p115"/>
          <p:cNvSpPr txBox="1">
            <a:spLocks noGrp="1"/>
          </p:cNvSpPr>
          <p:nvPr>
            <p:ph type="subTitle" idx="4294967295"/>
          </p:nvPr>
        </p:nvSpPr>
        <p:spPr>
          <a:xfrm>
            <a:off x="4599136" y="3364200"/>
            <a:ext cx="1885200" cy="51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BM Plex Sans"/>
              </a:rPr>
              <a:t>٢. کۆکردنەوەی داتا</a:t>
            </a:r>
            <a:endParaRPr sz="2000" b="1" dirty="0">
              <a:solidFill>
                <a:schemeClr val="accent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IBM Plex Sans"/>
            </a:endParaRPr>
          </a:p>
        </p:txBody>
      </p:sp>
      <p:sp>
        <p:nvSpPr>
          <p:cNvPr id="3718" name="Google Shape;3718;p115"/>
          <p:cNvSpPr txBox="1">
            <a:spLocks noGrp="1"/>
          </p:cNvSpPr>
          <p:nvPr>
            <p:ph type="subTitle" idx="4294967295"/>
          </p:nvPr>
        </p:nvSpPr>
        <p:spPr>
          <a:xfrm>
            <a:off x="720004" y="3364200"/>
            <a:ext cx="1885200" cy="51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BM Plex Sans"/>
              </a:rPr>
              <a:t>٤. دەرچوونی خۆکار</a:t>
            </a:r>
            <a:endParaRPr sz="2000" b="1" dirty="0">
              <a:solidFill>
                <a:schemeClr val="accent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IBM Plex Sans"/>
            </a:endParaRPr>
          </a:p>
        </p:txBody>
      </p:sp>
      <p:sp>
        <p:nvSpPr>
          <p:cNvPr id="3719" name="Google Shape;3719;p115"/>
          <p:cNvSpPr txBox="1">
            <a:spLocks noGrp="1"/>
          </p:cNvSpPr>
          <p:nvPr>
            <p:ph type="subTitle" idx="4294967295"/>
          </p:nvPr>
        </p:nvSpPr>
        <p:spPr>
          <a:xfrm>
            <a:off x="720004" y="3872675"/>
            <a:ext cx="1885200" cy="512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ڕاپۆرت، وەڵامی خۆکار، یان کۆتایی خشتەیەکی ئامادە دروست دەبێت — بەبێ دەستی مرۆڤ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20" name="Google Shape;3720;p115"/>
          <p:cNvSpPr txBox="1">
            <a:spLocks noGrp="1"/>
          </p:cNvSpPr>
          <p:nvPr>
            <p:ph type="subTitle" idx="4294967295"/>
          </p:nvPr>
        </p:nvSpPr>
        <p:spPr>
          <a:xfrm>
            <a:off x="2659570" y="3872675"/>
            <a:ext cx="1885200" cy="512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(وەک Gemini لە Sheets یان لە ڕێگەی Apps Script) داتاکە شی دەکاتەوە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21" name="Google Shape;3721;p115"/>
          <p:cNvSpPr txBox="1">
            <a:spLocks noGrp="1"/>
          </p:cNvSpPr>
          <p:nvPr>
            <p:ph type="subTitle" idx="4294967295"/>
          </p:nvPr>
        </p:nvSpPr>
        <p:spPr>
          <a:xfrm>
            <a:off x="4599136" y="3872675"/>
            <a:ext cx="1885200" cy="512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وەڵامەکان بە خۆکاری دەچنە ناو Google Sheet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22" name="Google Shape;3722;p115"/>
          <p:cNvSpPr txBox="1">
            <a:spLocks noGrp="1"/>
          </p:cNvSpPr>
          <p:nvPr>
            <p:ph type="subTitle" idx="4294967295"/>
          </p:nvPr>
        </p:nvSpPr>
        <p:spPr>
          <a:xfrm>
            <a:off x="2659570" y="3364200"/>
            <a:ext cx="1885200" cy="51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BM Plex Sans"/>
              </a:rPr>
              <a:t>٣. شیکردنەوە بە AI</a:t>
            </a:r>
            <a:endParaRPr sz="1800" b="1" dirty="0">
              <a:solidFill>
                <a:schemeClr val="accent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IBM Plex Sans"/>
            </a:endParaRPr>
          </a:p>
        </p:txBody>
      </p:sp>
      <p:sp>
        <p:nvSpPr>
          <p:cNvPr id="3723" name="Google Shape;3723;p115"/>
          <p:cNvSpPr txBox="1">
            <a:spLocks noGrp="1"/>
          </p:cNvSpPr>
          <p:nvPr>
            <p:ph type="subTitle" idx="4294967295"/>
          </p:nvPr>
        </p:nvSpPr>
        <p:spPr>
          <a:xfrm>
            <a:off x="6538702" y="3364200"/>
            <a:ext cx="1885200" cy="51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BM Plex Sans"/>
              </a:rPr>
              <a:t>١. وەرگرتۆنی داتا</a:t>
            </a:r>
            <a:endParaRPr sz="2000" b="1" dirty="0">
              <a:solidFill>
                <a:schemeClr val="accent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IBM Plex Sans"/>
            </a:endParaRPr>
          </a:p>
        </p:txBody>
      </p:sp>
      <p:sp>
        <p:nvSpPr>
          <p:cNvPr id="3724" name="Google Shape;3724;p115"/>
          <p:cNvSpPr txBox="1">
            <a:spLocks noGrp="1"/>
          </p:cNvSpPr>
          <p:nvPr>
            <p:ph type="subTitle" idx="4294967295"/>
          </p:nvPr>
        </p:nvSpPr>
        <p:spPr>
          <a:xfrm>
            <a:off x="6538702" y="3872675"/>
            <a:ext cx="1885200" cy="512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Google Form بۆ وەرگرتنی داواکاری کڕیار یان تۆمارکردنی نەریت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725" name="Google Shape;3725;p115"/>
          <p:cNvCxnSpPr>
            <a:stCxn id="3704" idx="3"/>
            <a:endCxn id="3712" idx="1"/>
          </p:cNvCxnSpPr>
          <p:nvPr/>
        </p:nvCxnSpPr>
        <p:spPr>
          <a:xfrm rot="5400000" flipH="1">
            <a:off x="4655845" y="1799187"/>
            <a:ext cx="774300" cy="942000"/>
          </a:xfrm>
          <a:prstGeom prst="bentConnector3">
            <a:avLst>
              <a:gd name="adj1" fmla="val 50009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726" name="Google Shape;3726;p115"/>
          <p:cNvGrpSpPr/>
          <p:nvPr/>
        </p:nvGrpSpPr>
        <p:grpSpPr>
          <a:xfrm>
            <a:off x="3419036" y="2822151"/>
            <a:ext cx="366269" cy="366269"/>
            <a:chOff x="-65131525" y="2281350"/>
            <a:chExt cx="316650" cy="316650"/>
          </a:xfrm>
        </p:grpSpPr>
        <p:sp>
          <p:nvSpPr>
            <p:cNvPr id="3727" name="Google Shape;3727;p115"/>
            <p:cNvSpPr/>
            <p:nvPr/>
          </p:nvSpPr>
          <p:spPr>
            <a:xfrm>
              <a:off x="-65131525" y="2322300"/>
              <a:ext cx="275675" cy="275700"/>
            </a:xfrm>
            <a:custGeom>
              <a:avLst/>
              <a:gdLst/>
              <a:ahLst/>
              <a:cxnLst/>
              <a:rect l="l" t="t" r="r" b="b"/>
              <a:pathLst>
                <a:path w="11027" h="11028" extrusionOk="0">
                  <a:moveTo>
                    <a:pt x="5073" y="820"/>
                  </a:moveTo>
                  <a:lnTo>
                    <a:pt x="5073" y="5514"/>
                  </a:lnTo>
                  <a:cubicBezTo>
                    <a:pt x="5073" y="5766"/>
                    <a:pt x="5262" y="5923"/>
                    <a:pt x="5482" y="5923"/>
                  </a:cubicBezTo>
                  <a:lnTo>
                    <a:pt x="10145" y="5923"/>
                  </a:lnTo>
                  <a:cubicBezTo>
                    <a:pt x="9956" y="8318"/>
                    <a:pt x="7940" y="10208"/>
                    <a:pt x="5482" y="10208"/>
                  </a:cubicBezTo>
                  <a:cubicBezTo>
                    <a:pt x="2867" y="10208"/>
                    <a:pt x="788" y="8129"/>
                    <a:pt x="788" y="5514"/>
                  </a:cubicBezTo>
                  <a:cubicBezTo>
                    <a:pt x="788" y="3088"/>
                    <a:pt x="2678" y="1072"/>
                    <a:pt x="5073" y="820"/>
                  </a:cubicBezTo>
                  <a:close/>
                  <a:moveTo>
                    <a:pt x="5514" y="0"/>
                  </a:moveTo>
                  <a:cubicBezTo>
                    <a:pt x="2458" y="0"/>
                    <a:pt x="0" y="2489"/>
                    <a:pt x="0" y="5514"/>
                  </a:cubicBezTo>
                  <a:cubicBezTo>
                    <a:pt x="0" y="8538"/>
                    <a:pt x="2458" y="11027"/>
                    <a:pt x="5514" y="11027"/>
                  </a:cubicBezTo>
                  <a:cubicBezTo>
                    <a:pt x="8538" y="11027"/>
                    <a:pt x="11027" y="8538"/>
                    <a:pt x="11027" y="5514"/>
                  </a:cubicBezTo>
                  <a:cubicBezTo>
                    <a:pt x="11027" y="5293"/>
                    <a:pt x="10807" y="5104"/>
                    <a:pt x="10618" y="5104"/>
                  </a:cubicBezTo>
                  <a:lnTo>
                    <a:pt x="5923" y="5104"/>
                  </a:lnTo>
                  <a:lnTo>
                    <a:pt x="5923" y="410"/>
                  </a:lnTo>
                  <a:cubicBezTo>
                    <a:pt x="5892" y="158"/>
                    <a:pt x="5734" y="0"/>
                    <a:pt x="55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28" name="Google Shape;3728;p115"/>
            <p:cNvSpPr/>
            <p:nvPr/>
          </p:nvSpPr>
          <p:spPr>
            <a:xfrm>
              <a:off x="-64963775" y="2281350"/>
              <a:ext cx="148900" cy="148875"/>
            </a:xfrm>
            <a:custGeom>
              <a:avLst/>
              <a:gdLst/>
              <a:ahLst/>
              <a:cxnLst/>
              <a:rect l="l" t="t" r="r" b="b"/>
              <a:pathLst>
                <a:path w="5956" h="5955" extrusionOk="0">
                  <a:moveTo>
                    <a:pt x="852" y="819"/>
                  </a:moveTo>
                  <a:cubicBezTo>
                    <a:pt x="3088" y="1008"/>
                    <a:pt x="4884" y="2836"/>
                    <a:pt x="5105" y="5073"/>
                  </a:cubicBezTo>
                  <a:lnTo>
                    <a:pt x="852" y="5073"/>
                  </a:lnTo>
                  <a:lnTo>
                    <a:pt x="852" y="819"/>
                  </a:lnTo>
                  <a:close/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lnTo>
                    <a:pt x="1" y="5514"/>
                  </a:lnTo>
                  <a:cubicBezTo>
                    <a:pt x="1" y="5734"/>
                    <a:pt x="221" y="5955"/>
                    <a:pt x="442" y="5955"/>
                  </a:cubicBezTo>
                  <a:lnTo>
                    <a:pt x="5514" y="5955"/>
                  </a:lnTo>
                  <a:cubicBezTo>
                    <a:pt x="5766" y="5955"/>
                    <a:pt x="5955" y="5734"/>
                    <a:pt x="5955" y="5514"/>
                  </a:cubicBezTo>
                  <a:cubicBezTo>
                    <a:pt x="5955" y="2426"/>
                    <a:pt x="3466" y="0"/>
                    <a:pt x="4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729" name="Google Shape;3729;p115"/>
          <p:cNvGrpSpPr/>
          <p:nvPr/>
        </p:nvGrpSpPr>
        <p:grpSpPr>
          <a:xfrm>
            <a:off x="5357243" y="2823452"/>
            <a:ext cx="368987" cy="363666"/>
            <a:chOff x="-64774725" y="1916550"/>
            <a:chExt cx="319000" cy="314400"/>
          </a:xfrm>
        </p:grpSpPr>
        <p:sp>
          <p:nvSpPr>
            <p:cNvPr id="3730" name="Google Shape;3730;p115"/>
            <p:cNvSpPr/>
            <p:nvPr/>
          </p:nvSpPr>
          <p:spPr>
            <a:xfrm>
              <a:off x="-64774725" y="1916550"/>
              <a:ext cx="319000" cy="314400"/>
            </a:xfrm>
            <a:custGeom>
              <a:avLst/>
              <a:gdLst/>
              <a:ahLst/>
              <a:cxnLst/>
              <a:rect l="l" t="t" r="r" b="b"/>
              <a:pathLst>
                <a:path w="12760" h="12576" extrusionOk="0">
                  <a:moveTo>
                    <a:pt x="11436" y="856"/>
                  </a:moveTo>
                  <a:cubicBezTo>
                    <a:pt x="11562" y="856"/>
                    <a:pt x="11657" y="888"/>
                    <a:pt x="11783" y="951"/>
                  </a:cubicBezTo>
                  <a:cubicBezTo>
                    <a:pt x="11877" y="1077"/>
                    <a:pt x="11940" y="1203"/>
                    <a:pt x="11909" y="1329"/>
                  </a:cubicBezTo>
                  <a:cubicBezTo>
                    <a:pt x="11814" y="2431"/>
                    <a:pt x="11562" y="3440"/>
                    <a:pt x="11090" y="4416"/>
                  </a:cubicBezTo>
                  <a:lnTo>
                    <a:pt x="8317" y="1675"/>
                  </a:lnTo>
                  <a:cubicBezTo>
                    <a:pt x="9263" y="1234"/>
                    <a:pt x="10334" y="951"/>
                    <a:pt x="11436" y="856"/>
                  </a:cubicBezTo>
                  <a:close/>
                  <a:moveTo>
                    <a:pt x="3781" y="4542"/>
                  </a:moveTo>
                  <a:lnTo>
                    <a:pt x="3781" y="4542"/>
                  </a:lnTo>
                  <a:cubicBezTo>
                    <a:pt x="3529" y="4983"/>
                    <a:pt x="3245" y="5456"/>
                    <a:pt x="3056" y="5960"/>
                  </a:cubicBezTo>
                  <a:cubicBezTo>
                    <a:pt x="2878" y="5949"/>
                    <a:pt x="2699" y="5942"/>
                    <a:pt x="2522" y="5942"/>
                  </a:cubicBezTo>
                  <a:cubicBezTo>
                    <a:pt x="2167" y="5942"/>
                    <a:pt x="1817" y="5970"/>
                    <a:pt x="1481" y="6054"/>
                  </a:cubicBezTo>
                  <a:cubicBezTo>
                    <a:pt x="1544" y="5928"/>
                    <a:pt x="1670" y="5802"/>
                    <a:pt x="1733" y="5739"/>
                  </a:cubicBezTo>
                  <a:cubicBezTo>
                    <a:pt x="2331" y="5141"/>
                    <a:pt x="2993" y="4731"/>
                    <a:pt x="3781" y="4542"/>
                  </a:cubicBezTo>
                  <a:close/>
                  <a:moveTo>
                    <a:pt x="7561" y="2022"/>
                  </a:moveTo>
                  <a:lnTo>
                    <a:pt x="10680" y="5141"/>
                  </a:lnTo>
                  <a:cubicBezTo>
                    <a:pt x="9546" y="7157"/>
                    <a:pt x="7687" y="8669"/>
                    <a:pt x="5419" y="9331"/>
                  </a:cubicBezTo>
                  <a:lnTo>
                    <a:pt x="3403" y="7346"/>
                  </a:lnTo>
                  <a:cubicBezTo>
                    <a:pt x="4064" y="5109"/>
                    <a:pt x="5576" y="3219"/>
                    <a:pt x="7561" y="2022"/>
                  </a:cubicBezTo>
                  <a:close/>
                  <a:moveTo>
                    <a:pt x="2899" y="8008"/>
                  </a:moveTo>
                  <a:lnTo>
                    <a:pt x="4789" y="9898"/>
                  </a:lnTo>
                  <a:lnTo>
                    <a:pt x="4316" y="10623"/>
                  </a:lnTo>
                  <a:lnTo>
                    <a:pt x="2142" y="8449"/>
                  </a:lnTo>
                  <a:lnTo>
                    <a:pt x="2899" y="8008"/>
                  </a:lnTo>
                  <a:close/>
                  <a:moveTo>
                    <a:pt x="2363" y="9867"/>
                  </a:moveTo>
                  <a:lnTo>
                    <a:pt x="2899" y="10371"/>
                  </a:lnTo>
                  <a:cubicBezTo>
                    <a:pt x="2741" y="10497"/>
                    <a:pt x="2520" y="10654"/>
                    <a:pt x="2300" y="10780"/>
                  </a:cubicBezTo>
                  <a:cubicBezTo>
                    <a:pt x="1985" y="10969"/>
                    <a:pt x="1733" y="11095"/>
                    <a:pt x="1638" y="11127"/>
                  </a:cubicBezTo>
                  <a:cubicBezTo>
                    <a:pt x="1701" y="10969"/>
                    <a:pt x="1796" y="10780"/>
                    <a:pt x="1985" y="10465"/>
                  </a:cubicBezTo>
                  <a:cubicBezTo>
                    <a:pt x="2142" y="10213"/>
                    <a:pt x="2268" y="10024"/>
                    <a:pt x="2363" y="9867"/>
                  </a:cubicBezTo>
                  <a:close/>
                  <a:moveTo>
                    <a:pt x="8191" y="8984"/>
                  </a:moveTo>
                  <a:lnTo>
                    <a:pt x="8191" y="8984"/>
                  </a:lnTo>
                  <a:cubicBezTo>
                    <a:pt x="7971" y="9867"/>
                    <a:pt x="7467" y="10686"/>
                    <a:pt x="6711" y="11284"/>
                  </a:cubicBezTo>
                  <a:cubicBezTo>
                    <a:pt x="6837" y="10749"/>
                    <a:pt x="6837" y="10245"/>
                    <a:pt x="6774" y="9741"/>
                  </a:cubicBezTo>
                  <a:cubicBezTo>
                    <a:pt x="7309" y="9551"/>
                    <a:pt x="7782" y="9268"/>
                    <a:pt x="8191" y="8984"/>
                  </a:cubicBezTo>
                  <a:close/>
                  <a:moveTo>
                    <a:pt x="11509" y="1"/>
                  </a:moveTo>
                  <a:cubicBezTo>
                    <a:pt x="11474" y="1"/>
                    <a:pt x="11440" y="2"/>
                    <a:pt x="11405" y="6"/>
                  </a:cubicBezTo>
                  <a:cubicBezTo>
                    <a:pt x="10365" y="100"/>
                    <a:pt x="9389" y="321"/>
                    <a:pt x="8412" y="730"/>
                  </a:cubicBezTo>
                  <a:cubicBezTo>
                    <a:pt x="7498" y="1077"/>
                    <a:pt x="6616" y="1644"/>
                    <a:pt x="5797" y="2274"/>
                  </a:cubicBezTo>
                  <a:cubicBezTo>
                    <a:pt x="5324" y="2652"/>
                    <a:pt x="4852" y="3093"/>
                    <a:pt x="4474" y="3566"/>
                  </a:cubicBezTo>
                  <a:cubicBezTo>
                    <a:pt x="3245" y="3629"/>
                    <a:pt x="2048" y="4196"/>
                    <a:pt x="1166" y="5109"/>
                  </a:cubicBezTo>
                  <a:cubicBezTo>
                    <a:pt x="725" y="5519"/>
                    <a:pt x="378" y="6054"/>
                    <a:pt x="95" y="6590"/>
                  </a:cubicBezTo>
                  <a:cubicBezTo>
                    <a:pt x="0" y="6748"/>
                    <a:pt x="63" y="6937"/>
                    <a:pt x="158" y="7063"/>
                  </a:cubicBezTo>
                  <a:cubicBezTo>
                    <a:pt x="252" y="7157"/>
                    <a:pt x="378" y="7189"/>
                    <a:pt x="441" y="7189"/>
                  </a:cubicBezTo>
                  <a:cubicBezTo>
                    <a:pt x="536" y="7189"/>
                    <a:pt x="567" y="7189"/>
                    <a:pt x="630" y="7157"/>
                  </a:cubicBezTo>
                  <a:cubicBezTo>
                    <a:pt x="1198" y="6873"/>
                    <a:pt x="1842" y="6743"/>
                    <a:pt x="2471" y="6743"/>
                  </a:cubicBezTo>
                  <a:cubicBezTo>
                    <a:pt x="2540" y="6743"/>
                    <a:pt x="2609" y="6744"/>
                    <a:pt x="2678" y="6748"/>
                  </a:cubicBezTo>
                  <a:cubicBezTo>
                    <a:pt x="2647" y="6905"/>
                    <a:pt x="2615" y="7031"/>
                    <a:pt x="2584" y="7189"/>
                  </a:cubicBezTo>
                  <a:lnTo>
                    <a:pt x="1229" y="7976"/>
                  </a:lnTo>
                  <a:cubicBezTo>
                    <a:pt x="1008" y="8134"/>
                    <a:pt x="945" y="8449"/>
                    <a:pt x="1166" y="8606"/>
                  </a:cubicBezTo>
                  <a:lnTo>
                    <a:pt x="1733" y="9173"/>
                  </a:lnTo>
                  <a:cubicBezTo>
                    <a:pt x="1544" y="9425"/>
                    <a:pt x="1323" y="9772"/>
                    <a:pt x="1103" y="10119"/>
                  </a:cubicBezTo>
                  <a:cubicBezTo>
                    <a:pt x="945" y="10465"/>
                    <a:pt x="788" y="10717"/>
                    <a:pt x="725" y="10906"/>
                  </a:cubicBezTo>
                  <a:cubicBezTo>
                    <a:pt x="599" y="11316"/>
                    <a:pt x="630" y="11599"/>
                    <a:pt x="851" y="11788"/>
                  </a:cubicBezTo>
                  <a:cubicBezTo>
                    <a:pt x="981" y="11918"/>
                    <a:pt x="1144" y="11961"/>
                    <a:pt x="1320" y="11961"/>
                  </a:cubicBezTo>
                  <a:cubicBezTo>
                    <a:pt x="1443" y="11961"/>
                    <a:pt x="1572" y="11940"/>
                    <a:pt x="1701" y="11914"/>
                  </a:cubicBezTo>
                  <a:cubicBezTo>
                    <a:pt x="1953" y="11820"/>
                    <a:pt x="2174" y="11694"/>
                    <a:pt x="2489" y="11505"/>
                  </a:cubicBezTo>
                  <a:cubicBezTo>
                    <a:pt x="2836" y="11316"/>
                    <a:pt x="3151" y="11095"/>
                    <a:pt x="3434" y="10875"/>
                  </a:cubicBezTo>
                  <a:lnTo>
                    <a:pt x="4033" y="11473"/>
                  </a:lnTo>
                  <a:cubicBezTo>
                    <a:pt x="4116" y="11557"/>
                    <a:pt x="4225" y="11597"/>
                    <a:pt x="4330" y="11597"/>
                  </a:cubicBezTo>
                  <a:cubicBezTo>
                    <a:pt x="4464" y="11597"/>
                    <a:pt x="4593" y="11533"/>
                    <a:pt x="4663" y="11410"/>
                  </a:cubicBezTo>
                  <a:lnTo>
                    <a:pt x="5450" y="10056"/>
                  </a:lnTo>
                  <a:cubicBezTo>
                    <a:pt x="5608" y="10024"/>
                    <a:pt x="5734" y="9993"/>
                    <a:pt x="5892" y="9930"/>
                  </a:cubicBezTo>
                  <a:lnTo>
                    <a:pt x="5892" y="9930"/>
                  </a:lnTo>
                  <a:cubicBezTo>
                    <a:pt x="5923" y="10591"/>
                    <a:pt x="5797" y="11316"/>
                    <a:pt x="5482" y="11977"/>
                  </a:cubicBezTo>
                  <a:cubicBezTo>
                    <a:pt x="5419" y="12135"/>
                    <a:pt x="5450" y="12324"/>
                    <a:pt x="5576" y="12450"/>
                  </a:cubicBezTo>
                  <a:cubicBezTo>
                    <a:pt x="5639" y="12534"/>
                    <a:pt x="5759" y="12576"/>
                    <a:pt x="5878" y="12576"/>
                  </a:cubicBezTo>
                  <a:cubicBezTo>
                    <a:pt x="5937" y="12576"/>
                    <a:pt x="5997" y="12565"/>
                    <a:pt x="6049" y="12544"/>
                  </a:cubicBezTo>
                  <a:cubicBezTo>
                    <a:pt x="6585" y="12261"/>
                    <a:pt x="7089" y="11914"/>
                    <a:pt x="7530" y="11473"/>
                  </a:cubicBezTo>
                  <a:cubicBezTo>
                    <a:pt x="8443" y="10560"/>
                    <a:pt x="8979" y="9394"/>
                    <a:pt x="9074" y="8165"/>
                  </a:cubicBezTo>
                  <a:cubicBezTo>
                    <a:pt x="9546" y="7756"/>
                    <a:pt x="9987" y="7346"/>
                    <a:pt x="10365" y="6811"/>
                  </a:cubicBezTo>
                  <a:cubicBezTo>
                    <a:pt x="11027" y="5991"/>
                    <a:pt x="11562" y="5141"/>
                    <a:pt x="11940" y="4227"/>
                  </a:cubicBezTo>
                  <a:cubicBezTo>
                    <a:pt x="12350" y="3282"/>
                    <a:pt x="12571" y="2242"/>
                    <a:pt x="12665" y="1234"/>
                  </a:cubicBezTo>
                  <a:cubicBezTo>
                    <a:pt x="12760" y="1014"/>
                    <a:pt x="12665" y="636"/>
                    <a:pt x="12382" y="384"/>
                  </a:cubicBezTo>
                  <a:cubicBezTo>
                    <a:pt x="12126" y="128"/>
                    <a:pt x="11820" y="1"/>
                    <a:pt x="115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31" name="Google Shape;3731;p115"/>
            <p:cNvSpPr/>
            <p:nvPr/>
          </p:nvSpPr>
          <p:spPr>
            <a:xfrm>
              <a:off x="-64636900" y="2010600"/>
              <a:ext cx="89800" cy="82525"/>
            </a:xfrm>
            <a:custGeom>
              <a:avLst/>
              <a:gdLst/>
              <a:ahLst/>
              <a:cxnLst/>
              <a:rect l="l" t="t" r="r" b="b"/>
              <a:pathLst>
                <a:path w="3592" h="3301" extrusionOk="0">
                  <a:moveTo>
                    <a:pt x="1828" y="827"/>
                  </a:moveTo>
                  <a:cubicBezTo>
                    <a:pt x="2048" y="827"/>
                    <a:pt x="2269" y="906"/>
                    <a:pt x="2426" y="1064"/>
                  </a:cubicBezTo>
                  <a:cubicBezTo>
                    <a:pt x="2741" y="1410"/>
                    <a:pt x="2741" y="1914"/>
                    <a:pt x="2426" y="2229"/>
                  </a:cubicBezTo>
                  <a:cubicBezTo>
                    <a:pt x="2269" y="2387"/>
                    <a:pt x="2048" y="2466"/>
                    <a:pt x="1828" y="2466"/>
                  </a:cubicBezTo>
                  <a:cubicBezTo>
                    <a:pt x="1607" y="2466"/>
                    <a:pt x="1387" y="2387"/>
                    <a:pt x="1229" y="2229"/>
                  </a:cubicBezTo>
                  <a:cubicBezTo>
                    <a:pt x="914" y="1914"/>
                    <a:pt x="914" y="1379"/>
                    <a:pt x="1229" y="1064"/>
                  </a:cubicBezTo>
                  <a:cubicBezTo>
                    <a:pt x="1387" y="906"/>
                    <a:pt x="1607" y="827"/>
                    <a:pt x="1828" y="827"/>
                  </a:cubicBezTo>
                  <a:close/>
                  <a:moveTo>
                    <a:pt x="1820" y="0"/>
                  </a:moveTo>
                  <a:cubicBezTo>
                    <a:pt x="1402" y="0"/>
                    <a:pt x="977" y="166"/>
                    <a:pt x="631" y="497"/>
                  </a:cubicBezTo>
                  <a:cubicBezTo>
                    <a:pt x="0" y="1127"/>
                    <a:pt x="0" y="2198"/>
                    <a:pt x="631" y="2828"/>
                  </a:cubicBezTo>
                  <a:cubicBezTo>
                    <a:pt x="946" y="3143"/>
                    <a:pt x="1371" y="3301"/>
                    <a:pt x="1796" y="3301"/>
                  </a:cubicBezTo>
                  <a:cubicBezTo>
                    <a:pt x="2222" y="3301"/>
                    <a:pt x="2647" y="3143"/>
                    <a:pt x="2962" y="2828"/>
                  </a:cubicBezTo>
                  <a:cubicBezTo>
                    <a:pt x="3592" y="2198"/>
                    <a:pt x="3592" y="1127"/>
                    <a:pt x="2962" y="497"/>
                  </a:cubicBezTo>
                  <a:cubicBezTo>
                    <a:pt x="2647" y="166"/>
                    <a:pt x="2237" y="0"/>
                    <a:pt x="1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732" name="Google Shape;3732;p115"/>
          <p:cNvSpPr/>
          <p:nvPr/>
        </p:nvSpPr>
        <p:spPr>
          <a:xfrm>
            <a:off x="7298616" y="2822614"/>
            <a:ext cx="365373" cy="365344"/>
          </a:xfrm>
          <a:custGeom>
            <a:avLst/>
            <a:gdLst/>
            <a:ahLst/>
            <a:cxnLst/>
            <a:rect l="l" t="t" r="r" b="b"/>
            <a:pathLst>
              <a:path w="12635" h="12634" extrusionOk="0">
                <a:moveTo>
                  <a:pt x="6302" y="2741"/>
                </a:moveTo>
                <a:cubicBezTo>
                  <a:pt x="6774" y="2741"/>
                  <a:pt x="7152" y="3087"/>
                  <a:pt x="7152" y="3560"/>
                </a:cubicBezTo>
                <a:cubicBezTo>
                  <a:pt x="7152" y="4033"/>
                  <a:pt x="6774" y="4411"/>
                  <a:pt x="6302" y="4411"/>
                </a:cubicBezTo>
                <a:cubicBezTo>
                  <a:pt x="5861" y="4411"/>
                  <a:pt x="5483" y="4033"/>
                  <a:pt x="5483" y="3560"/>
                </a:cubicBezTo>
                <a:cubicBezTo>
                  <a:pt x="5483" y="3087"/>
                  <a:pt x="5829" y="2741"/>
                  <a:pt x="6302" y="2741"/>
                </a:cubicBezTo>
                <a:close/>
                <a:moveTo>
                  <a:pt x="11910" y="819"/>
                </a:moveTo>
                <a:lnTo>
                  <a:pt x="11910" y="5230"/>
                </a:lnTo>
                <a:lnTo>
                  <a:pt x="8161" y="5230"/>
                </a:lnTo>
                <a:cubicBezTo>
                  <a:pt x="7972" y="5041"/>
                  <a:pt x="7751" y="4820"/>
                  <a:pt x="7530" y="4726"/>
                </a:cubicBezTo>
                <a:cubicBezTo>
                  <a:pt x="7814" y="4411"/>
                  <a:pt x="8003" y="4001"/>
                  <a:pt x="8003" y="3560"/>
                </a:cubicBezTo>
                <a:cubicBezTo>
                  <a:pt x="8003" y="2678"/>
                  <a:pt x="7247" y="1922"/>
                  <a:pt x="6333" y="1922"/>
                </a:cubicBezTo>
                <a:cubicBezTo>
                  <a:pt x="5451" y="1922"/>
                  <a:pt x="4695" y="2678"/>
                  <a:pt x="4695" y="3560"/>
                </a:cubicBezTo>
                <a:cubicBezTo>
                  <a:pt x="4695" y="4001"/>
                  <a:pt x="4853" y="4411"/>
                  <a:pt x="5168" y="4726"/>
                </a:cubicBezTo>
                <a:cubicBezTo>
                  <a:pt x="4916" y="4820"/>
                  <a:pt x="4695" y="5041"/>
                  <a:pt x="4537" y="5230"/>
                </a:cubicBezTo>
                <a:lnTo>
                  <a:pt x="883" y="5230"/>
                </a:lnTo>
                <a:lnTo>
                  <a:pt x="883" y="819"/>
                </a:lnTo>
                <a:close/>
                <a:moveTo>
                  <a:pt x="6302" y="5230"/>
                </a:moveTo>
                <a:cubicBezTo>
                  <a:pt x="7215" y="5230"/>
                  <a:pt x="7972" y="5986"/>
                  <a:pt x="7972" y="6868"/>
                </a:cubicBezTo>
                <a:lnTo>
                  <a:pt x="4664" y="6868"/>
                </a:lnTo>
                <a:cubicBezTo>
                  <a:pt x="4664" y="5986"/>
                  <a:pt x="5388" y="5230"/>
                  <a:pt x="6302" y="5230"/>
                </a:cubicBezTo>
                <a:close/>
                <a:moveTo>
                  <a:pt x="8287" y="7719"/>
                </a:moveTo>
                <a:lnTo>
                  <a:pt x="7593" y="11846"/>
                </a:lnTo>
                <a:lnTo>
                  <a:pt x="5010" y="11846"/>
                </a:lnTo>
                <a:lnTo>
                  <a:pt x="4285" y="7719"/>
                </a:lnTo>
                <a:close/>
                <a:moveTo>
                  <a:pt x="410" y="0"/>
                </a:moveTo>
                <a:cubicBezTo>
                  <a:pt x="158" y="0"/>
                  <a:pt x="1" y="189"/>
                  <a:pt x="1" y="378"/>
                </a:cubicBezTo>
                <a:lnTo>
                  <a:pt x="1" y="5608"/>
                </a:lnTo>
                <a:cubicBezTo>
                  <a:pt x="1" y="5860"/>
                  <a:pt x="190" y="6017"/>
                  <a:pt x="410" y="6017"/>
                </a:cubicBezTo>
                <a:lnTo>
                  <a:pt x="3970" y="6017"/>
                </a:lnTo>
                <a:cubicBezTo>
                  <a:pt x="3907" y="6301"/>
                  <a:pt x="3813" y="6553"/>
                  <a:pt x="3813" y="6837"/>
                </a:cubicBezTo>
                <a:lnTo>
                  <a:pt x="2994" y="6837"/>
                </a:lnTo>
                <a:cubicBezTo>
                  <a:pt x="2773" y="6837"/>
                  <a:pt x="2616" y="7026"/>
                  <a:pt x="2616" y="7246"/>
                </a:cubicBezTo>
                <a:cubicBezTo>
                  <a:pt x="2616" y="7467"/>
                  <a:pt x="2805" y="7656"/>
                  <a:pt x="2994" y="7656"/>
                </a:cubicBezTo>
                <a:lnTo>
                  <a:pt x="3466" y="7656"/>
                </a:lnTo>
                <a:lnTo>
                  <a:pt x="4254" y="12255"/>
                </a:lnTo>
                <a:cubicBezTo>
                  <a:pt x="4285" y="12476"/>
                  <a:pt x="4443" y="12633"/>
                  <a:pt x="4664" y="12633"/>
                </a:cubicBezTo>
                <a:lnTo>
                  <a:pt x="7972" y="12633"/>
                </a:lnTo>
                <a:cubicBezTo>
                  <a:pt x="8161" y="12633"/>
                  <a:pt x="8350" y="12476"/>
                  <a:pt x="8350" y="12255"/>
                </a:cubicBezTo>
                <a:lnTo>
                  <a:pt x="9137" y="7656"/>
                </a:lnTo>
                <a:lnTo>
                  <a:pt x="9610" y="7656"/>
                </a:lnTo>
                <a:cubicBezTo>
                  <a:pt x="9862" y="7656"/>
                  <a:pt x="10019" y="7467"/>
                  <a:pt x="10019" y="7215"/>
                </a:cubicBezTo>
                <a:cubicBezTo>
                  <a:pt x="10019" y="6994"/>
                  <a:pt x="9799" y="6837"/>
                  <a:pt x="9610" y="6837"/>
                </a:cubicBezTo>
                <a:lnTo>
                  <a:pt x="8791" y="6837"/>
                </a:lnTo>
                <a:cubicBezTo>
                  <a:pt x="8791" y="6553"/>
                  <a:pt x="8759" y="6269"/>
                  <a:pt x="8633" y="6017"/>
                </a:cubicBezTo>
                <a:lnTo>
                  <a:pt x="12225" y="6017"/>
                </a:lnTo>
                <a:cubicBezTo>
                  <a:pt x="12445" y="6017"/>
                  <a:pt x="12603" y="5797"/>
                  <a:pt x="12603" y="5608"/>
                </a:cubicBezTo>
                <a:lnTo>
                  <a:pt x="12603" y="378"/>
                </a:lnTo>
                <a:cubicBezTo>
                  <a:pt x="12634" y="189"/>
                  <a:pt x="12445" y="0"/>
                  <a:pt x="1225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733" name="Google Shape;3733;p115"/>
          <p:cNvGrpSpPr/>
          <p:nvPr/>
        </p:nvGrpSpPr>
        <p:grpSpPr>
          <a:xfrm>
            <a:off x="1487404" y="2872842"/>
            <a:ext cx="350401" cy="264888"/>
            <a:chOff x="3962775" y="1990700"/>
            <a:chExt cx="296975" cy="224500"/>
          </a:xfrm>
        </p:grpSpPr>
        <p:sp>
          <p:nvSpPr>
            <p:cNvPr id="3734" name="Google Shape;3734;p115"/>
            <p:cNvSpPr/>
            <p:nvPr/>
          </p:nvSpPr>
          <p:spPr>
            <a:xfrm>
              <a:off x="4216400" y="2093100"/>
              <a:ext cx="43350" cy="18150"/>
            </a:xfrm>
            <a:custGeom>
              <a:avLst/>
              <a:gdLst/>
              <a:ahLst/>
              <a:cxnLst/>
              <a:rect l="l" t="t" r="r" b="b"/>
              <a:pathLst>
                <a:path w="1734" h="726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79" y="725"/>
                  </a:cubicBezTo>
                  <a:lnTo>
                    <a:pt x="1387" y="725"/>
                  </a:lnTo>
                  <a:cubicBezTo>
                    <a:pt x="1576" y="725"/>
                    <a:pt x="1733" y="568"/>
                    <a:pt x="1733" y="347"/>
                  </a:cubicBezTo>
                  <a:cubicBezTo>
                    <a:pt x="1702" y="158"/>
                    <a:pt x="1544" y="1"/>
                    <a:pt x="13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35" name="Google Shape;3735;p115"/>
            <p:cNvSpPr/>
            <p:nvPr/>
          </p:nvSpPr>
          <p:spPr>
            <a:xfrm>
              <a:off x="4206950" y="2129325"/>
              <a:ext cx="35475" cy="33900"/>
            </a:xfrm>
            <a:custGeom>
              <a:avLst/>
              <a:gdLst/>
              <a:ahLst/>
              <a:cxnLst/>
              <a:rect l="l" t="t" r="r" b="b"/>
              <a:pathLst>
                <a:path w="1419" h="1356" extrusionOk="0">
                  <a:moveTo>
                    <a:pt x="351" y="1"/>
                  </a:moveTo>
                  <a:cubicBezTo>
                    <a:pt x="260" y="1"/>
                    <a:pt x="174" y="32"/>
                    <a:pt x="127" y="95"/>
                  </a:cubicBezTo>
                  <a:cubicBezTo>
                    <a:pt x="1" y="221"/>
                    <a:pt x="1" y="410"/>
                    <a:pt x="127" y="568"/>
                  </a:cubicBezTo>
                  <a:lnTo>
                    <a:pt x="820" y="1261"/>
                  </a:lnTo>
                  <a:cubicBezTo>
                    <a:pt x="883" y="1324"/>
                    <a:pt x="969" y="1356"/>
                    <a:pt x="1056" y="1356"/>
                  </a:cubicBezTo>
                  <a:cubicBezTo>
                    <a:pt x="1143" y="1356"/>
                    <a:pt x="1229" y="1324"/>
                    <a:pt x="1292" y="1261"/>
                  </a:cubicBezTo>
                  <a:cubicBezTo>
                    <a:pt x="1418" y="1166"/>
                    <a:pt x="1418" y="914"/>
                    <a:pt x="1292" y="788"/>
                  </a:cubicBezTo>
                  <a:lnTo>
                    <a:pt x="599" y="95"/>
                  </a:lnTo>
                  <a:cubicBezTo>
                    <a:pt x="536" y="32"/>
                    <a:pt x="442" y="1"/>
                    <a:pt x="3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36" name="Google Shape;3736;p115"/>
            <p:cNvSpPr/>
            <p:nvPr/>
          </p:nvSpPr>
          <p:spPr>
            <a:xfrm>
              <a:off x="4207750" y="2041900"/>
              <a:ext cx="35450" cy="34500"/>
            </a:xfrm>
            <a:custGeom>
              <a:avLst/>
              <a:gdLst/>
              <a:ahLst/>
              <a:cxnLst/>
              <a:rect l="l" t="t" r="r" b="b"/>
              <a:pathLst>
                <a:path w="1418" h="1380" extrusionOk="0">
                  <a:moveTo>
                    <a:pt x="1067" y="1"/>
                  </a:moveTo>
                  <a:cubicBezTo>
                    <a:pt x="977" y="1"/>
                    <a:pt x="882" y="32"/>
                    <a:pt x="819" y="95"/>
                  </a:cubicBezTo>
                  <a:lnTo>
                    <a:pt x="126" y="788"/>
                  </a:lnTo>
                  <a:cubicBezTo>
                    <a:pt x="0" y="914"/>
                    <a:pt x="0" y="1135"/>
                    <a:pt x="126" y="1261"/>
                  </a:cubicBezTo>
                  <a:cubicBezTo>
                    <a:pt x="189" y="1340"/>
                    <a:pt x="268" y="1379"/>
                    <a:pt x="351" y="1379"/>
                  </a:cubicBezTo>
                  <a:cubicBezTo>
                    <a:pt x="433" y="1379"/>
                    <a:pt x="520" y="1340"/>
                    <a:pt x="599" y="1261"/>
                  </a:cubicBezTo>
                  <a:lnTo>
                    <a:pt x="1292" y="568"/>
                  </a:lnTo>
                  <a:cubicBezTo>
                    <a:pt x="1418" y="442"/>
                    <a:pt x="1418" y="190"/>
                    <a:pt x="1292" y="95"/>
                  </a:cubicBezTo>
                  <a:cubicBezTo>
                    <a:pt x="1244" y="32"/>
                    <a:pt x="1158" y="1"/>
                    <a:pt x="10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37" name="Google Shape;3737;p115"/>
            <p:cNvSpPr/>
            <p:nvPr/>
          </p:nvSpPr>
          <p:spPr>
            <a:xfrm>
              <a:off x="3962775" y="1990700"/>
              <a:ext cx="226075" cy="224500"/>
            </a:xfrm>
            <a:custGeom>
              <a:avLst/>
              <a:gdLst/>
              <a:ahLst/>
              <a:cxnLst/>
              <a:rect l="l" t="t" r="r" b="b"/>
              <a:pathLst>
                <a:path w="9043" h="8980" extrusionOk="0">
                  <a:moveTo>
                    <a:pt x="1419" y="3403"/>
                  </a:moveTo>
                  <a:lnTo>
                    <a:pt x="1419" y="4790"/>
                  </a:lnTo>
                  <a:cubicBezTo>
                    <a:pt x="1009" y="4790"/>
                    <a:pt x="694" y="4506"/>
                    <a:pt x="694" y="4097"/>
                  </a:cubicBezTo>
                  <a:cubicBezTo>
                    <a:pt x="694" y="3719"/>
                    <a:pt x="1009" y="3403"/>
                    <a:pt x="1419" y="3403"/>
                  </a:cubicBezTo>
                  <a:close/>
                  <a:moveTo>
                    <a:pt x="4191" y="2710"/>
                  </a:moveTo>
                  <a:lnTo>
                    <a:pt x="4191" y="5483"/>
                  </a:lnTo>
                  <a:lnTo>
                    <a:pt x="2490" y="5483"/>
                  </a:lnTo>
                  <a:cubicBezTo>
                    <a:pt x="2269" y="5483"/>
                    <a:pt x="2112" y="5325"/>
                    <a:pt x="2112" y="5105"/>
                  </a:cubicBezTo>
                  <a:lnTo>
                    <a:pt x="2112" y="3088"/>
                  </a:lnTo>
                  <a:cubicBezTo>
                    <a:pt x="2112" y="2868"/>
                    <a:pt x="2269" y="2710"/>
                    <a:pt x="2490" y="2710"/>
                  </a:cubicBezTo>
                  <a:close/>
                  <a:moveTo>
                    <a:pt x="6995" y="1828"/>
                  </a:moveTo>
                  <a:lnTo>
                    <a:pt x="6995" y="6428"/>
                  </a:lnTo>
                  <a:cubicBezTo>
                    <a:pt x="6428" y="5924"/>
                    <a:pt x="5672" y="5609"/>
                    <a:pt x="4884" y="5514"/>
                  </a:cubicBezTo>
                  <a:lnTo>
                    <a:pt x="4884" y="2710"/>
                  </a:lnTo>
                  <a:cubicBezTo>
                    <a:pt x="5672" y="2647"/>
                    <a:pt x="6428" y="2332"/>
                    <a:pt x="6995" y="1828"/>
                  </a:cubicBezTo>
                  <a:close/>
                  <a:moveTo>
                    <a:pt x="8066" y="631"/>
                  </a:moveTo>
                  <a:cubicBezTo>
                    <a:pt x="8255" y="631"/>
                    <a:pt x="8413" y="789"/>
                    <a:pt x="8413" y="978"/>
                  </a:cubicBezTo>
                  <a:lnTo>
                    <a:pt x="8413" y="7216"/>
                  </a:lnTo>
                  <a:cubicBezTo>
                    <a:pt x="8413" y="7405"/>
                    <a:pt x="8255" y="7562"/>
                    <a:pt x="8066" y="7562"/>
                  </a:cubicBezTo>
                  <a:cubicBezTo>
                    <a:pt x="7877" y="7562"/>
                    <a:pt x="7720" y="7405"/>
                    <a:pt x="7720" y="7216"/>
                  </a:cubicBezTo>
                  <a:lnTo>
                    <a:pt x="7720" y="978"/>
                  </a:lnTo>
                  <a:cubicBezTo>
                    <a:pt x="7720" y="789"/>
                    <a:pt x="7877" y="631"/>
                    <a:pt x="8066" y="631"/>
                  </a:cubicBezTo>
                  <a:close/>
                  <a:moveTo>
                    <a:pt x="3498" y="6176"/>
                  </a:moveTo>
                  <a:lnTo>
                    <a:pt x="3498" y="7909"/>
                  </a:lnTo>
                  <a:cubicBezTo>
                    <a:pt x="3498" y="8129"/>
                    <a:pt x="3340" y="8287"/>
                    <a:pt x="3151" y="8287"/>
                  </a:cubicBezTo>
                  <a:cubicBezTo>
                    <a:pt x="2962" y="8287"/>
                    <a:pt x="2805" y="8129"/>
                    <a:pt x="2805" y="7909"/>
                  </a:cubicBezTo>
                  <a:lnTo>
                    <a:pt x="2805" y="6176"/>
                  </a:lnTo>
                  <a:close/>
                  <a:moveTo>
                    <a:pt x="8035" y="1"/>
                  </a:moveTo>
                  <a:cubicBezTo>
                    <a:pt x="7531" y="1"/>
                    <a:pt x="7090" y="411"/>
                    <a:pt x="6995" y="883"/>
                  </a:cubicBezTo>
                  <a:lnTo>
                    <a:pt x="6680" y="1198"/>
                  </a:lnTo>
                  <a:cubicBezTo>
                    <a:pt x="6144" y="1734"/>
                    <a:pt x="5325" y="2049"/>
                    <a:pt x="4538" y="2049"/>
                  </a:cubicBezTo>
                  <a:lnTo>
                    <a:pt x="2427" y="2049"/>
                  </a:lnTo>
                  <a:cubicBezTo>
                    <a:pt x="2017" y="2049"/>
                    <a:pt x="1608" y="2332"/>
                    <a:pt x="1450" y="2773"/>
                  </a:cubicBezTo>
                  <a:lnTo>
                    <a:pt x="1387" y="2773"/>
                  </a:lnTo>
                  <a:cubicBezTo>
                    <a:pt x="631" y="2773"/>
                    <a:pt x="1" y="3403"/>
                    <a:pt x="1" y="4128"/>
                  </a:cubicBezTo>
                  <a:cubicBezTo>
                    <a:pt x="1" y="4884"/>
                    <a:pt x="631" y="5514"/>
                    <a:pt x="1387" y="5514"/>
                  </a:cubicBezTo>
                  <a:lnTo>
                    <a:pt x="1450" y="5514"/>
                  </a:lnTo>
                  <a:cubicBezTo>
                    <a:pt x="1576" y="5798"/>
                    <a:pt x="1797" y="6018"/>
                    <a:pt x="2080" y="6144"/>
                  </a:cubicBezTo>
                  <a:lnTo>
                    <a:pt x="2080" y="7940"/>
                  </a:lnTo>
                  <a:cubicBezTo>
                    <a:pt x="2112" y="8507"/>
                    <a:pt x="2584" y="8980"/>
                    <a:pt x="3151" y="8980"/>
                  </a:cubicBezTo>
                  <a:cubicBezTo>
                    <a:pt x="3750" y="8980"/>
                    <a:pt x="4160" y="8507"/>
                    <a:pt x="4160" y="7972"/>
                  </a:cubicBezTo>
                  <a:lnTo>
                    <a:pt x="4160" y="6239"/>
                  </a:lnTo>
                  <a:lnTo>
                    <a:pt x="4538" y="6239"/>
                  </a:lnTo>
                  <a:cubicBezTo>
                    <a:pt x="5325" y="6239"/>
                    <a:pt x="6144" y="6554"/>
                    <a:pt x="6680" y="7090"/>
                  </a:cubicBezTo>
                  <a:lnTo>
                    <a:pt x="6995" y="7405"/>
                  </a:lnTo>
                  <a:cubicBezTo>
                    <a:pt x="7090" y="7909"/>
                    <a:pt x="7531" y="8287"/>
                    <a:pt x="8035" y="8287"/>
                  </a:cubicBezTo>
                  <a:cubicBezTo>
                    <a:pt x="8633" y="8287"/>
                    <a:pt x="9043" y="7814"/>
                    <a:pt x="9043" y="7247"/>
                  </a:cubicBezTo>
                  <a:lnTo>
                    <a:pt x="9043" y="1041"/>
                  </a:lnTo>
                  <a:cubicBezTo>
                    <a:pt x="9043" y="442"/>
                    <a:pt x="8570" y="1"/>
                    <a:pt x="80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4" name="Google Shape;3854;p119"/>
          <p:cNvSpPr txBox="1">
            <a:spLocks noGrp="1"/>
          </p:cNvSpPr>
          <p:nvPr>
            <p:ph type="body" idx="1"/>
          </p:nvPr>
        </p:nvSpPr>
        <p:spPr>
          <a:xfrm>
            <a:off x="1671300" y="1882538"/>
            <a:ext cx="58014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کاتی زۆر لە دەست دەرباز دەبێت لە کارە دووبارەکان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هەڵەی مرۆیی زۆر کەم دەبێتەوە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17500" algn="r" rtl="1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کارمەند دەتوانێت سەرنجی خۆی بدات بە کارە گرنگترەکان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17500" algn="r" rtl="1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نموونەیەکی ڕاستەقینە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17500" algn="r" rtl="1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پرسیارنامەی ڕەزامەندی کڕیار → AI بەخۆکاری شیکاری هەست و ڕەخنەکان دەکات → ڕاپۆرتی هەفتانە بەخۆکاری دروست دەبێت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r" rtl="1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هەنگاوی داهاتوو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دەتوانن دەستپێبکەن بە یەک Workflow ی سادە لە کاری ڕۆژانەی خۆیان</a:t>
            </a:r>
          </a:p>
        </p:txBody>
      </p:sp>
      <p:sp>
        <p:nvSpPr>
          <p:cNvPr id="3855" name="Google Shape;3855;p119"/>
          <p:cNvSpPr txBox="1">
            <a:spLocks noGrp="1"/>
          </p:cNvSpPr>
          <p:nvPr>
            <p:ph type="title"/>
          </p:nvPr>
        </p:nvSpPr>
        <p:spPr>
          <a:xfrm>
            <a:off x="1671300" y="1157363"/>
            <a:ext cx="5801400" cy="7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سوودەکانی ئۆتۆماتیکردن بە AI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856" name="Google Shape;3856;p119"/>
          <p:cNvGrpSpPr/>
          <p:nvPr/>
        </p:nvGrpSpPr>
        <p:grpSpPr>
          <a:xfrm>
            <a:off x="975131" y="799475"/>
            <a:ext cx="780400" cy="357900"/>
            <a:chOff x="4598506" y="471425"/>
            <a:chExt cx="780400" cy="357900"/>
          </a:xfrm>
        </p:grpSpPr>
        <p:sp>
          <p:nvSpPr>
            <p:cNvPr id="3857" name="Google Shape;3857;p119"/>
            <p:cNvSpPr/>
            <p:nvPr/>
          </p:nvSpPr>
          <p:spPr>
            <a:xfrm rot="5400000">
              <a:off x="50381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58" name="Google Shape;3858;p119"/>
            <p:cNvSpPr/>
            <p:nvPr/>
          </p:nvSpPr>
          <p:spPr>
            <a:xfrm rot="5400000">
              <a:off x="45814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859" name="Google Shape;3859;p119"/>
          <p:cNvGrpSpPr/>
          <p:nvPr/>
        </p:nvGrpSpPr>
        <p:grpSpPr>
          <a:xfrm>
            <a:off x="7541131" y="4146125"/>
            <a:ext cx="780400" cy="357900"/>
            <a:chOff x="4598506" y="471425"/>
            <a:chExt cx="780400" cy="357900"/>
          </a:xfrm>
        </p:grpSpPr>
        <p:sp>
          <p:nvSpPr>
            <p:cNvPr id="3860" name="Google Shape;3860;p119"/>
            <p:cNvSpPr/>
            <p:nvPr/>
          </p:nvSpPr>
          <p:spPr>
            <a:xfrm rot="5400000">
              <a:off x="50381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61" name="Google Shape;3861;p119"/>
            <p:cNvSpPr/>
            <p:nvPr/>
          </p:nvSpPr>
          <p:spPr>
            <a:xfrm rot="5400000">
              <a:off x="45814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66" name="Google Shape;3866;p120"/>
          <p:cNvGrpSpPr/>
          <p:nvPr/>
        </p:nvGrpSpPr>
        <p:grpSpPr>
          <a:xfrm>
            <a:off x="719997" y="2779952"/>
            <a:ext cx="581628" cy="583945"/>
            <a:chOff x="2601750" y="1612625"/>
            <a:chExt cx="1123050" cy="1127525"/>
          </a:xfrm>
        </p:grpSpPr>
        <p:sp>
          <p:nvSpPr>
            <p:cNvPr id="3867" name="Google Shape;3867;p120"/>
            <p:cNvSpPr/>
            <p:nvPr/>
          </p:nvSpPr>
          <p:spPr>
            <a:xfrm>
              <a:off x="2601750" y="1612625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68" name="Google Shape;3868;p120"/>
            <p:cNvSpPr/>
            <p:nvPr/>
          </p:nvSpPr>
          <p:spPr>
            <a:xfrm>
              <a:off x="2691600" y="1709950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869" name="Google Shape;3869;p120"/>
          <p:cNvGrpSpPr/>
          <p:nvPr/>
        </p:nvGrpSpPr>
        <p:grpSpPr>
          <a:xfrm>
            <a:off x="1394397" y="2779952"/>
            <a:ext cx="581628" cy="583945"/>
            <a:chOff x="2601750" y="1612625"/>
            <a:chExt cx="1123050" cy="1127525"/>
          </a:xfrm>
        </p:grpSpPr>
        <p:sp>
          <p:nvSpPr>
            <p:cNvPr id="3870" name="Google Shape;3870;p120"/>
            <p:cNvSpPr/>
            <p:nvPr/>
          </p:nvSpPr>
          <p:spPr>
            <a:xfrm>
              <a:off x="2601750" y="1612625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71" name="Google Shape;3871;p120"/>
            <p:cNvSpPr/>
            <p:nvPr/>
          </p:nvSpPr>
          <p:spPr>
            <a:xfrm>
              <a:off x="2691600" y="1709950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872" name="Google Shape;3872;p120"/>
          <p:cNvGrpSpPr/>
          <p:nvPr/>
        </p:nvGrpSpPr>
        <p:grpSpPr>
          <a:xfrm>
            <a:off x="2068797" y="2779952"/>
            <a:ext cx="581628" cy="583945"/>
            <a:chOff x="2601750" y="1612625"/>
            <a:chExt cx="1123050" cy="1127525"/>
          </a:xfrm>
        </p:grpSpPr>
        <p:sp>
          <p:nvSpPr>
            <p:cNvPr id="3873" name="Google Shape;3873;p120"/>
            <p:cNvSpPr/>
            <p:nvPr/>
          </p:nvSpPr>
          <p:spPr>
            <a:xfrm>
              <a:off x="2601750" y="1612625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74" name="Google Shape;3874;p120"/>
            <p:cNvSpPr/>
            <p:nvPr/>
          </p:nvSpPr>
          <p:spPr>
            <a:xfrm>
              <a:off x="2691600" y="1709950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875" name="Google Shape;3875;p120"/>
          <p:cNvGrpSpPr/>
          <p:nvPr/>
        </p:nvGrpSpPr>
        <p:grpSpPr>
          <a:xfrm>
            <a:off x="2743197" y="2779952"/>
            <a:ext cx="581628" cy="583945"/>
            <a:chOff x="2601750" y="1612625"/>
            <a:chExt cx="1123050" cy="1127525"/>
          </a:xfrm>
        </p:grpSpPr>
        <p:sp>
          <p:nvSpPr>
            <p:cNvPr id="3876" name="Google Shape;3876;p120"/>
            <p:cNvSpPr/>
            <p:nvPr/>
          </p:nvSpPr>
          <p:spPr>
            <a:xfrm>
              <a:off x="2601750" y="1612625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77" name="Google Shape;3877;p120"/>
            <p:cNvSpPr/>
            <p:nvPr/>
          </p:nvSpPr>
          <p:spPr>
            <a:xfrm>
              <a:off x="2691600" y="1709950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878" name="Google Shape;3878;p120"/>
          <p:cNvSpPr txBox="1">
            <a:spLocks noGrp="1"/>
          </p:cNvSpPr>
          <p:nvPr>
            <p:ph type="title"/>
          </p:nvPr>
        </p:nvSpPr>
        <p:spPr>
          <a:xfrm>
            <a:off x="720000" y="375275"/>
            <a:ext cx="3434700" cy="87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سوپاس بۆ بەشداریتان</a:t>
            </a:r>
            <a:endParaRPr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79" name="Google Shape;3879;p120"/>
          <p:cNvSpPr txBox="1">
            <a:spLocks noGrp="1"/>
          </p:cNvSpPr>
          <p:nvPr>
            <p:ph type="subTitle" idx="1"/>
          </p:nvPr>
        </p:nvSpPr>
        <p:spPr>
          <a:xfrm>
            <a:off x="713100" y="1266825"/>
            <a:ext cx="3434700" cy="142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پرسیار؟ ڕا و بۆچوون؟ ئێستا کاتی گفتوگۆیە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ئەندازیار عبدالرحمن اسماعیل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880" name="Google Shape;3880;p120"/>
          <p:cNvGrpSpPr/>
          <p:nvPr/>
        </p:nvGrpSpPr>
        <p:grpSpPr>
          <a:xfrm>
            <a:off x="1570749" y="2973844"/>
            <a:ext cx="228924" cy="196161"/>
            <a:chOff x="1394410" y="2925166"/>
            <a:chExt cx="228924" cy="196161"/>
          </a:xfrm>
        </p:grpSpPr>
        <p:sp>
          <p:nvSpPr>
            <p:cNvPr id="3881" name="Google Shape;3881;p120"/>
            <p:cNvSpPr/>
            <p:nvPr/>
          </p:nvSpPr>
          <p:spPr>
            <a:xfrm>
              <a:off x="1411090" y="2998321"/>
              <a:ext cx="41273" cy="122594"/>
            </a:xfrm>
            <a:custGeom>
              <a:avLst/>
              <a:gdLst/>
              <a:ahLst/>
              <a:cxnLst/>
              <a:rect l="l" t="t" r="r" b="b"/>
              <a:pathLst>
                <a:path w="1502" h="4461" extrusionOk="0">
                  <a:moveTo>
                    <a:pt x="58" y="0"/>
                  </a:moveTo>
                  <a:cubicBezTo>
                    <a:pt x="29" y="0"/>
                    <a:pt x="0" y="29"/>
                    <a:pt x="0" y="58"/>
                  </a:cubicBezTo>
                  <a:lnTo>
                    <a:pt x="0" y="4403"/>
                  </a:lnTo>
                  <a:cubicBezTo>
                    <a:pt x="0" y="4432"/>
                    <a:pt x="29" y="4461"/>
                    <a:pt x="58" y="4461"/>
                  </a:cubicBezTo>
                  <a:lnTo>
                    <a:pt x="1444" y="4461"/>
                  </a:lnTo>
                  <a:cubicBezTo>
                    <a:pt x="1473" y="4461"/>
                    <a:pt x="1502" y="4446"/>
                    <a:pt x="1502" y="4403"/>
                  </a:cubicBezTo>
                  <a:lnTo>
                    <a:pt x="1502" y="58"/>
                  </a:lnTo>
                  <a:cubicBezTo>
                    <a:pt x="1502" y="29"/>
                    <a:pt x="1473" y="0"/>
                    <a:pt x="14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82" name="Google Shape;3882;p120"/>
            <p:cNvSpPr/>
            <p:nvPr/>
          </p:nvSpPr>
          <p:spPr>
            <a:xfrm>
              <a:off x="1394410" y="2925166"/>
              <a:ext cx="57952" cy="49768"/>
            </a:xfrm>
            <a:custGeom>
              <a:avLst/>
              <a:gdLst/>
              <a:ahLst/>
              <a:cxnLst/>
              <a:rect l="l" t="t" r="r" b="b"/>
              <a:pathLst>
                <a:path w="2109" h="1811" extrusionOk="0">
                  <a:moveTo>
                    <a:pt x="1208" y="0"/>
                  </a:moveTo>
                  <a:cubicBezTo>
                    <a:pt x="987" y="0"/>
                    <a:pt x="761" y="83"/>
                    <a:pt x="578" y="266"/>
                  </a:cubicBezTo>
                  <a:cubicBezTo>
                    <a:pt x="1" y="829"/>
                    <a:pt x="405" y="1810"/>
                    <a:pt x="1214" y="1810"/>
                  </a:cubicBezTo>
                  <a:cubicBezTo>
                    <a:pt x="1704" y="1810"/>
                    <a:pt x="2109" y="1406"/>
                    <a:pt x="2109" y="901"/>
                  </a:cubicBezTo>
                  <a:cubicBezTo>
                    <a:pt x="2109" y="355"/>
                    <a:pt x="1668" y="0"/>
                    <a:pt x="12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83" name="Google Shape;3883;p120"/>
            <p:cNvSpPr/>
            <p:nvPr/>
          </p:nvSpPr>
          <p:spPr>
            <a:xfrm>
              <a:off x="1492399" y="2998293"/>
              <a:ext cx="130935" cy="123033"/>
            </a:xfrm>
            <a:custGeom>
              <a:avLst/>
              <a:gdLst/>
              <a:ahLst/>
              <a:cxnLst/>
              <a:rect l="l" t="t" r="r" b="b"/>
              <a:pathLst>
                <a:path w="4765" h="4477" extrusionOk="0">
                  <a:moveTo>
                    <a:pt x="2716" y="1"/>
                  </a:moveTo>
                  <a:cubicBezTo>
                    <a:pt x="2701" y="1"/>
                    <a:pt x="2686" y="1"/>
                    <a:pt x="2671" y="1"/>
                  </a:cubicBezTo>
                  <a:cubicBezTo>
                    <a:pt x="2180" y="1"/>
                    <a:pt x="1718" y="145"/>
                    <a:pt x="1314" y="434"/>
                  </a:cubicBezTo>
                  <a:cubicBezTo>
                    <a:pt x="1304" y="441"/>
                    <a:pt x="1294" y="444"/>
                    <a:pt x="1284" y="444"/>
                  </a:cubicBezTo>
                  <a:cubicBezTo>
                    <a:pt x="1248" y="444"/>
                    <a:pt x="1213" y="410"/>
                    <a:pt x="1213" y="376"/>
                  </a:cubicBezTo>
                  <a:lnTo>
                    <a:pt x="1213" y="59"/>
                  </a:lnTo>
                  <a:cubicBezTo>
                    <a:pt x="1213" y="30"/>
                    <a:pt x="1170" y="1"/>
                    <a:pt x="1141" y="1"/>
                  </a:cubicBezTo>
                  <a:lnTo>
                    <a:pt x="58" y="1"/>
                  </a:lnTo>
                  <a:cubicBezTo>
                    <a:pt x="29" y="1"/>
                    <a:pt x="1" y="30"/>
                    <a:pt x="1" y="59"/>
                  </a:cubicBezTo>
                  <a:lnTo>
                    <a:pt x="1" y="4389"/>
                  </a:lnTo>
                  <a:cubicBezTo>
                    <a:pt x="1" y="4433"/>
                    <a:pt x="29" y="4462"/>
                    <a:pt x="58" y="4462"/>
                  </a:cubicBezTo>
                  <a:lnTo>
                    <a:pt x="1430" y="4462"/>
                  </a:lnTo>
                  <a:cubicBezTo>
                    <a:pt x="1473" y="4462"/>
                    <a:pt x="1502" y="4433"/>
                    <a:pt x="1502" y="4389"/>
                  </a:cubicBezTo>
                  <a:lnTo>
                    <a:pt x="1502" y="2859"/>
                  </a:lnTo>
                  <a:cubicBezTo>
                    <a:pt x="1502" y="2354"/>
                    <a:pt x="1617" y="1502"/>
                    <a:pt x="2382" y="1502"/>
                  </a:cubicBezTo>
                  <a:cubicBezTo>
                    <a:pt x="3133" y="1502"/>
                    <a:pt x="3249" y="2354"/>
                    <a:pt x="3249" y="2859"/>
                  </a:cubicBezTo>
                  <a:lnTo>
                    <a:pt x="3249" y="4404"/>
                  </a:lnTo>
                  <a:cubicBezTo>
                    <a:pt x="3249" y="4433"/>
                    <a:pt x="3277" y="4462"/>
                    <a:pt x="3321" y="4462"/>
                  </a:cubicBezTo>
                  <a:lnTo>
                    <a:pt x="3321" y="4476"/>
                  </a:lnTo>
                  <a:lnTo>
                    <a:pt x="4692" y="4476"/>
                  </a:lnTo>
                  <a:cubicBezTo>
                    <a:pt x="4721" y="4476"/>
                    <a:pt x="4750" y="4433"/>
                    <a:pt x="4750" y="4404"/>
                  </a:cubicBezTo>
                  <a:lnTo>
                    <a:pt x="4750" y="2383"/>
                  </a:lnTo>
                  <a:cubicBezTo>
                    <a:pt x="4764" y="1806"/>
                    <a:pt x="4591" y="1243"/>
                    <a:pt x="4259" y="766"/>
                  </a:cubicBezTo>
                  <a:cubicBezTo>
                    <a:pt x="3893" y="287"/>
                    <a:pt x="3320" y="1"/>
                    <a:pt x="27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884" name="Google Shape;3884;p120"/>
          <p:cNvSpPr/>
          <p:nvPr/>
        </p:nvSpPr>
        <p:spPr>
          <a:xfrm>
            <a:off x="2240248" y="2973670"/>
            <a:ext cx="238725" cy="196509"/>
          </a:xfrm>
          <a:custGeom>
            <a:avLst/>
            <a:gdLst/>
            <a:ahLst/>
            <a:cxnLst/>
            <a:rect l="l" t="t" r="r" b="b"/>
            <a:pathLst>
              <a:path w="8688" h="7151" extrusionOk="0">
                <a:moveTo>
                  <a:pt x="5678" y="0"/>
                </a:moveTo>
                <a:cubicBezTo>
                  <a:pt x="4639" y="0"/>
                  <a:pt x="3643" y="810"/>
                  <a:pt x="3652" y="2026"/>
                </a:cubicBezTo>
                <a:lnTo>
                  <a:pt x="3652" y="2070"/>
                </a:lnTo>
                <a:lnTo>
                  <a:pt x="3551" y="2070"/>
                </a:lnTo>
                <a:cubicBezTo>
                  <a:pt x="3219" y="2012"/>
                  <a:pt x="2887" y="1940"/>
                  <a:pt x="2570" y="1839"/>
                </a:cubicBezTo>
                <a:cubicBezTo>
                  <a:pt x="1819" y="1579"/>
                  <a:pt x="1155" y="1160"/>
                  <a:pt x="592" y="612"/>
                </a:cubicBezTo>
                <a:lnTo>
                  <a:pt x="390" y="410"/>
                </a:lnTo>
                <a:cubicBezTo>
                  <a:pt x="375" y="395"/>
                  <a:pt x="358" y="388"/>
                  <a:pt x="342" y="388"/>
                </a:cubicBezTo>
                <a:cubicBezTo>
                  <a:pt x="312" y="388"/>
                  <a:pt x="284" y="410"/>
                  <a:pt x="275" y="438"/>
                </a:cubicBezTo>
                <a:lnTo>
                  <a:pt x="202" y="727"/>
                </a:lnTo>
                <a:cubicBezTo>
                  <a:pt x="0" y="1492"/>
                  <a:pt x="318" y="2301"/>
                  <a:pt x="982" y="2734"/>
                </a:cubicBezTo>
                <a:cubicBezTo>
                  <a:pt x="852" y="2734"/>
                  <a:pt x="708" y="2719"/>
                  <a:pt x="578" y="2690"/>
                </a:cubicBezTo>
                <a:lnTo>
                  <a:pt x="332" y="2633"/>
                </a:lnTo>
                <a:cubicBezTo>
                  <a:pt x="327" y="2631"/>
                  <a:pt x="321" y="2630"/>
                  <a:pt x="315" y="2630"/>
                </a:cubicBezTo>
                <a:cubicBezTo>
                  <a:pt x="278" y="2630"/>
                  <a:pt x="246" y="2667"/>
                  <a:pt x="246" y="2705"/>
                </a:cubicBezTo>
                <a:lnTo>
                  <a:pt x="289" y="2950"/>
                </a:lnTo>
                <a:cubicBezTo>
                  <a:pt x="390" y="3513"/>
                  <a:pt x="751" y="3990"/>
                  <a:pt x="1256" y="4221"/>
                </a:cubicBezTo>
                <a:cubicBezTo>
                  <a:pt x="1314" y="4249"/>
                  <a:pt x="1299" y="4336"/>
                  <a:pt x="1242" y="4350"/>
                </a:cubicBezTo>
                <a:lnTo>
                  <a:pt x="967" y="4350"/>
                </a:lnTo>
                <a:cubicBezTo>
                  <a:pt x="910" y="4365"/>
                  <a:pt x="881" y="4408"/>
                  <a:pt x="910" y="4452"/>
                </a:cubicBezTo>
                <a:lnTo>
                  <a:pt x="1040" y="4697"/>
                </a:lnTo>
                <a:cubicBezTo>
                  <a:pt x="1314" y="5173"/>
                  <a:pt x="1790" y="5491"/>
                  <a:pt x="2324" y="5563"/>
                </a:cubicBezTo>
                <a:cubicBezTo>
                  <a:pt x="2382" y="5577"/>
                  <a:pt x="2397" y="5650"/>
                  <a:pt x="2353" y="5693"/>
                </a:cubicBezTo>
                <a:cubicBezTo>
                  <a:pt x="1891" y="6025"/>
                  <a:pt x="1357" y="6256"/>
                  <a:pt x="794" y="6357"/>
                </a:cubicBezTo>
                <a:lnTo>
                  <a:pt x="188" y="6458"/>
                </a:lnTo>
                <a:cubicBezTo>
                  <a:pt x="116" y="6472"/>
                  <a:pt x="116" y="6559"/>
                  <a:pt x="174" y="6588"/>
                </a:cubicBezTo>
                <a:lnTo>
                  <a:pt x="751" y="6804"/>
                </a:lnTo>
                <a:cubicBezTo>
                  <a:pt x="1328" y="7035"/>
                  <a:pt x="1949" y="7151"/>
                  <a:pt x="2570" y="7151"/>
                </a:cubicBezTo>
                <a:cubicBezTo>
                  <a:pt x="5385" y="7136"/>
                  <a:pt x="7680" y="4870"/>
                  <a:pt x="7694" y="2055"/>
                </a:cubicBezTo>
                <a:lnTo>
                  <a:pt x="7694" y="2026"/>
                </a:lnTo>
                <a:lnTo>
                  <a:pt x="7694" y="1983"/>
                </a:lnTo>
                <a:lnTo>
                  <a:pt x="7694" y="1969"/>
                </a:lnTo>
                <a:cubicBezTo>
                  <a:pt x="7896" y="1839"/>
                  <a:pt x="8070" y="1680"/>
                  <a:pt x="8243" y="1507"/>
                </a:cubicBezTo>
                <a:lnTo>
                  <a:pt x="8647" y="1088"/>
                </a:lnTo>
                <a:cubicBezTo>
                  <a:pt x="8687" y="1048"/>
                  <a:pt x="8653" y="971"/>
                  <a:pt x="8591" y="971"/>
                </a:cubicBezTo>
                <a:cubicBezTo>
                  <a:pt x="8586" y="971"/>
                  <a:pt x="8580" y="971"/>
                  <a:pt x="8575" y="973"/>
                </a:cubicBezTo>
                <a:lnTo>
                  <a:pt x="8012" y="1117"/>
                </a:lnTo>
                <a:lnTo>
                  <a:pt x="7824" y="1146"/>
                </a:lnTo>
                <a:cubicBezTo>
                  <a:pt x="7820" y="1147"/>
                  <a:pt x="7816" y="1147"/>
                  <a:pt x="7812" y="1147"/>
                </a:cubicBezTo>
                <a:cubicBezTo>
                  <a:pt x="7761" y="1147"/>
                  <a:pt x="7728" y="1070"/>
                  <a:pt x="7781" y="1030"/>
                </a:cubicBezTo>
                <a:cubicBezTo>
                  <a:pt x="7839" y="973"/>
                  <a:pt x="7896" y="915"/>
                  <a:pt x="7954" y="857"/>
                </a:cubicBezTo>
                <a:lnTo>
                  <a:pt x="8402" y="366"/>
                </a:lnTo>
                <a:cubicBezTo>
                  <a:pt x="8439" y="329"/>
                  <a:pt x="8401" y="259"/>
                  <a:pt x="8353" y="259"/>
                </a:cubicBezTo>
                <a:cubicBezTo>
                  <a:pt x="8346" y="259"/>
                  <a:pt x="8338" y="261"/>
                  <a:pt x="8330" y="265"/>
                </a:cubicBezTo>
                <a:lnTo>
                  <a:pt x="7709" y="467"/>
                </a:lnTo>
                <a:cubicBezTo>
                  <a:pt x="7521" y="525"/>
                  <a:pt x="7334" y="583"/>
                  <a:pt x="7131" y="612"/>
                </a:cubicBezTo>
                <a:cubicBezTo>
                  <a:pt x="7117" y="612"/>
                  <a:pt x="7088" y="597"/>
                  <a:pt x="7074" y="583"/>
                </a:cubicBezTo>
                <a:cubicBezTo>
                  <a:pt x="6667" y="180"/>
                  <a:pt x="6168" y="0"/>
                  <a:pt x="567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85" name="Google Shape;3885;p120"/>
          <p:cNvSpPr/>
          <p:nvPr/>
        </p:nvSpPr>
        <p:spPr>
          <a:xfrm>
            <a:off x="928306" y="2953070"/>
            <a:ext cx="165009" cy="237710"/>
          </a:xfrm>
          <a:custGeom>
            <a:avLst/>
            <a:gdLst/>
            <a:ahLst/>
            <a:cxnLst/>
            <a:rect l="l" t="t" r="r" b="b"/>
            <a:pathLst>
              <a:path w="7407" h="10668" extrusionOk="0">
                <a:moveTo>
                  <a:pt x="6208" y="0"/>
                </a:moveTo>
                <a:cubicBezTo>
                  <a:pt x="4086" y="14"/>
                  <a:pt x="2079" y="1732"/>
                  <a:pt x="2079" y="3854"/>
                </a:cubicBezTo>
                <a:lnTo>
                  <a:pt x="2079" y="4114"/>
                </a:lnTo>
                <a:cubicBezTo>
                  <a:pt x="2079" y="4129"/>
                  <a:pt x="2051" y="4157"/>
                  <a:pt x="2036" y="4157"/>
                </a:cubicBezTo>
                <a:lnTo>
                  <a:pt x="174" y="4157"/>
                </a:lnTo>
                <a:cubicBezTo>
                  <a:pt x="73" y="4157"/>
                  <a:pt x="1" y="4230"/>
                  <a:pt x="1" y="4331"/>
                </a:cubicBezTo>
                <a:lnTo>
                  <a:pt x="1" y="6048"/>
                </a:lnTo>
                <a:cubicBezTo>
                  <a:pt x="1" y="6149"/>
                  <a:pt x="73" y="6236"/>
                  <a:pt x="174" y="6236"/>
                </a:cubicBezTo>
                <a:lnTo>
                  <a:pt x="2036" y="6236"/>
                </a:lnTo>
                <a:cubicBezTo>
                  <a:pt x="2051" y="6236"/>
                  <a:pt x="2079" y="6251"/>
                  <a:pt x="2079" y="6279"/>
                </a:cubicBezTo>
                <a:lnTo>
                  <a:pt x="2079" y="10220"/>
                </a:lnTo>
                <a:cubicBezTo>
                  <a:pt x="2079" y="10235"/>
                  <a:pt x="2079" y="10249"/>
                  <a:pt x="2108" y="10264"/>
                </a:cubicBezTo>
                <a:cubicBezTo>
                  <a:pt x="2743" y="10495"/>
                  <a:pt x="3422" y="10624"/>
                  <a:pt x="4100" y="10668"/>
                </a:cubicBezTo>
                <a:cubicBezTo>
                  <a:pt x="4129" y="10668"/>
                  <a:pt x="4144" y="10639"/>
                  <a:pt x="4144" y="10624"/>
                </a:cubicBezTo>
                <a:lnTo>
                  <a:pt x="4144" y="6279"/>
                </a:lnTo>
                <a:cubicBezTo>
                  <a:pt x="4144" y="6251"/>
                  <a:pt x="4158" y="6236"/>
                  <a:pt x="4187" y="6236"/>
                </a:cubicBezTo>
                <a:lnTo>
                  <a:pt x="7218" y="6236"/>
                </a:lnTo>
                <a:cubicBezTo>
                  <a:pt x="7319" y="6236"/>
                  <a:pt x="7406" y="6149"/>
                  <a:pt x="7406" y="6048"/>
                </a:cubicBezTo>
                <a:lnTo>
                  <a:pt x="7406" y="4331"/>
                </a:lnTo>
                <a:cubicBezTo>
                  <a:pt x="7406" y="4230"/>
                  <a:pt x="7319" y="4143"/>
                  <a:pt x="7218" y="4143"/>
                </a:cubicBezTo>
                <a:lnTo>
                  <a:pt x="4187" y="4143"/>
                </a:lnTo>
                <a:cubicBezTo>
                  <a:pt x="4158" y="4143"/>
                  <a:pt x="4144" y="4129"/>
                  <a:pt x="4144" y="4100"/>
                </a:cubicBezTo>
                <a:lnTo>
                  <a:pt x="4144" y="3854"/>
                </a:lnTo>
                <a:cubicBezTo>
                  <a:pt x="4144" y="2714"/>
                  <a:pt x="5068" y="2079"/>
                  <a:pt x="6208" y="2079"/>
                </a:cubicBezTo>
                <a:lnTo>
                  <a:pt x="7218" y="2079"/>
                </a:lnTo>
                <a:cubicBezTo>
                  <a:pt x="7319" y="2079"/>
                  <a:pt x="7406" y="1992"/>
                  <a:pt x="7406" y="1891"/>
                </a:cubicBezTo>
                <a:lnTo>
                  <a:pt x="7406" y="173"/>
                </a:lnTo>
                <a:cubicBezTo>
                  <a:pt x="7406" y="72"/>
                  <a:pt x="7319" y="0"/>
                  <a:pt x="721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86" name="Google Shape;3886;p120"/>
          <p:cNvSpPr/>
          <p:nvPr/>
        </p:nvSpPr>
        <p:spPr>
          <a:xfrm>
            <a:off x="2929596" y="2953038"/>
            <a:ext cx="208830" cy="237773"/>
          </a:xfrm>
          <a:custGeom>
            <a:avLst/>
            <a:gdLst/>
            <a:ahLst/>
            <a:cxnLst/>
            <a:rect l="l" t="t" r="r" b="b"/>
            <a:pathLst>
              <a:path w="130928" h="148841" extrusionOk="0">
                <a:moveTo>
                  <a:pt x="70184" y="0"/>
                </a:moveTo>
                <a:cubicBezTo>
                  <a:pt x="67749" y="0"/>
                  <a:pt x="65781" y="1968"/>
                  <a:pt x="65781" y="4370"/>
                </a:cubicBezTo>
                <a:lnTo>
                  <a:pt x="65781" y="100105"/>
                </a:lnTo>
                <a:cubicBezTo>
                  <a:pt x="65781" y="106844"/>
                  <a:pt x="61744" y="112915"/>
                  <a:pt x="55507" y="115483"/>
                </a:cubicBezTo>
                <a:cubicBezTo>
                  <a:pt x="53445" y="116348"/>
                  <a:pt x="51279" y="116767"/>
                  <a:pt x="49132" y="116767"/>
                </a:cubicBezTo>
                <a:cubicBezTo>
                  <a:pt x="44819" y="116767"/>
                  <a:pt x="40578" y="115076"/>
                  <a:pt x="37394" y="111914"/>
                </a:cubicBezTo>
                <a:cubicBezTo>
                  <a:pt x="32624" y="107177"/>
                  <a:pt x="31156" y="100039"/>
                  <a:pt x="33691" y="93801"/>
                </a:cubicBezTo>
                <a:cubicBezTo>
                  <a:pt x="36260" y="87563"/>
                  <a:pt x="42297" y="83493"/>
                  <a:pt x="49035" y="83460"/>
                </a:cubicBezTo>
                <a:cubicBezTo>
                  <a:pt x="51437" y="83460"/>
                  <a:pt x="53405" y="81492"/>
                  <a:pt x="53405" y="79090"/>
                </a:cubicBezTo>
                <a:lnTo>
                  <a:pt x="53405" y="55740"/>
                </a:lnTo>
                <a:cubicBezTo>
                  <a:pt x="53405" y="53305"/>
                  <a:pt x="51437" y="51370"/>
                  <a:pt x="49035" y="51370"/>
                </a:cubicBezTo>
                <a:cubicBezTo>
                  <a:pt x="21983" y="51370"/>
                  <a:pt x="0" y="73253"/>
                  <a:pt x="0" y="100105"/>
                </a:cubicBezTo>
                <a:cubicBezTo>
                  <a:pt x="0" y="126991"/>
                  <a:pt x="21949" y="148840"/>
                  <a:pt x="49002" y="148840"/>
                </a:cubicBezTo>
                <a:cubicBezTo>
                  <a:pt x="76021" y="148840"/>
                  <a:pt x="98037" y="126991"/>
                  <a:pt x="98037" y="100105"/>
                </a:cubicBezTo>
                <a:lnTo>
                  <a:pt x="98037" y="57742"/>
                </a:lnTo>
                <a:cubicBezTo>
                  <a:pt x="106751" y="62347"/>
                  <a:pt x="116484" y="64780"/>
                  <a:pt x="126356" y="64780"/>
                </a:cubicBezTo>
                <a:cubicBezTo>
                  <a:pt x="126423" y="64780"/>
                  <a:pt x="126490" y="64780"/>
                  <a:pt x="126557" y="64780"/>
                </a:cubicBezTo>
                <a:cubicBezTo>
                  <a:pt x="128959" y="64780"/>
                  <a:pt x="130927" y="62812"/>
                  <a:pt x="130927" y="60410"/>
                </a:cubicBezTo>
                <a:lnTo>
                  <a:pt x="130927" y="37094"/>
                </a:lnTo>
                <a:cubicBezTo>
                  <a:pt x="130927" y="34658"/>
                  <a:pt x="128959" y="32724"/>
                  <a:pt x="126557" y="32724"/>
                </a:cubicBezTo>
                <a:cubicBezTo>
                  <a:pt x="110813" y="32724"/>
                  <a:pt x="98037" y="19981"/>
                  <a:pt x="98037" y="4370"/>
                </a:cubicBezTo>
                <a:cubicBezTo>
                  <a:pt x="98037" y="1968"/>
                  <a:pt x="96069" y="0"/>
                  <a:pt x="9366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888" name="Google Shape;3888;p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6875" y="425075"/>
            <a:ext cx="4255050" cy="4293345"/>
          </a:xfrm>
          <a:prstGeom prst="rect">
            <a:avLst/>
          </a:prstGeom>
          <a:noFill/>
          <a:ln>
            <a:noFill/>
          </a:ln>
        </p:spPr>
      </p:pic>
      <p:sp>
        <p:nvSpPr>
          <p:cNvPr id="3889" name="Google Shape;3889;p120"/>
          <p:cNvSpPr/>
          <p:nvPr/>
        </p:nvSpPr>
        <p:spPr>
          <a:xfrm rot="5400000">
            <a:off x="4746025" y="1542922"/>
            <a:ext cx="333300" cy="332100"/>
          </a:xfrm>
          <a:prstGeom prst="snip2DiagRect">
            <a:avLst>
              <a:gd name="adj1" fmla="val 0"/>
              <a:gd name="adj2" fmla="val 3223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90" name="Google Shape;3890;p120"/>
          <p:cNvSpPr/>
          <p:nvPr/>
        </p:nvSpPr>
        <p:spPr>
          <a:xfrm rot="5400000">
            <a:off x="4746025" y="1969672"/>
            <a:ext cx="333300" cy="332100"/>
          </a:xfrm>
          <a:prstGeom prst="snip2DiagRect">
            <a:avLst>
              <a:gd name="adj1" fmla="val 0"/>
              <a:gd name="adj2" fmla="val 3223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orean AI Agency Pitch Deck XL by Slidesgo">
  <a:themeElements>
    <a:clrScheme name="Simple Light">
      <a:dk1>
        <a:srgbClr val="000328"/>
      </a:dk1>
      <a:lt1>
        <a:srgbClr val="FFFFFF"/>
      </a:lt1>
      <a:dk2>
        <a:srgbClr val="E0A9A8"/>
      </a:dk2>
      <a:lt2>
        <a:srgbClr val="005C8F"/>
      </a:lt2>
      <a:accent1>
        <a:srgbClr val="6128F6"/>
      </a:accent1>
      <a:accent2>
        <a:srgbClr val="5C659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752</Words>
  <Application>Microsoft Office PowerPoint</Application>
  <PresentationFormat>On-screen Show (16:9)</PresentationFormat>
  <Paragraphs>106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IBM Plex Sans</vt:lpstr>
      <vt:lpstr>Proxima Nova</vt:lpstr>
      <vt:lpstr>IBM Plex Sans Medium</vt:lpstr>
      <vt:lpstr>Calibri</vt:lpstr>
      <vt:lpstr>Roboto Condensed Light</vt:lpstr>
      <vt:lpstr>Arial</vt:lpstr>
      <vt:lpstr>Korean AI Agency Pitch Deck XL by Slidesgo</vt:lpstr>
      <vt:lpstr>Slidesgo Final Pages</vt:lpstr>
      <vt:lpstr>PowerPoint Presentation</vt:lpstr>
      <vt:lpstr>بابەتەکانی</vt:lpstr>
      <vt:lpstr>نووسینی Prompt ی پیشەیی</vt:lpstr>
      <vt:lpstr>بنەماکانی نووسینی پرۆمپتێکی باش</vt:lpstr>
      <vt:lpstr>نموونەی پێش و دوای باشکردنی پرۆمپت</vt:lpstr>
      <vt:lpstr>دروستکردنی نامە، ئیمەیل و گرێبەست</vt:lpstr>
      <vt:lpstr>کاتی بەکارهێنانی AI بۆ بەڵگەنامەی کاری</vt:lpstr>
      <vt:lpstr>پێنج هەنگاو بۆ دروستکردنی بەڵگەنامەیەکی باش</vt:lpstr>
      <vt:lpstr>کۆفی برێک</vt:lpstr>
      <vt:lpstr>دروستکردنی پلانی فرۆشتن و مارکێتینگ</vt:lpstr>
      <vt:lpstr>پێکهاتەی پلانێکی فرۆشتنی سەرکەوتوو</vt:lpstr>
      <vt:lpstr>چۆن AI یارمەتیت دەدات لە دروستکردنی پلان</vt:lpstr>
      <vt:lpstr>Workflow ی خۆکار بە AI و Google</vt:lpstr>
      <vt:lpstr>نموونەی Workflow ی خۆکار</vt:lpstr>
      <vt:lpstr>سوودەکانی ئۆتۆماتیکردن بە AI</vt:lpstr>
      <vt:lpstr>سوپاس بۆ بەشداریتان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Abdulrahman Sktany</dc:creator>
  <cp:lastModifiedBy>Abdulrahman Sktany</cp:lastModifiedBy>
  <cp:revision>6</cp:revision>
  <dcterms:modified xsi:type="dcterms:W3CDTF">2026-07-19T02:17:49Z</dcterms:modified>
</cp:coreProperties>
</file>